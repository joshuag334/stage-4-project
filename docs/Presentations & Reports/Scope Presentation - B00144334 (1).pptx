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B_FB284036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1EC4BA-42CC-205A-1F7C-CE77627E6BE1}" name="B00144334 Joshua Geoghegan" initials="BG" userId="S::b00144334@mytudublin.ie::a7670cbf-2858-406c-800f-dc2033b6afe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42AA13-9677-18B0-789A-ED4D5AF0D06F}" v="257" dt="2025-11-10T14:10:18.598"/>
    <p1510:client id="{E1A8617E-69F2-19AE-2A91-27ADFF76650F}" v="5" dt="2025-11-11T09:39:01.166"/>
    <p1510:client id="{F7B5A2BA-A554-5CAC-1401-34333B96E03E}" v="11" dt="2025-11-10T17:05:08.3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00144334 Joshua Geoghegan" userId="S::b00144334@mytudublin.ie::a7670cbf-2858-406c-800f-dc2033b6afe5" providerId="AD" clId="Web-{33561FB4-4287-8227-CDA9-C68B7FDC2F9A}"/>
    <pc:docChg chg="modSld">
      <pc:chgData name="B00144334 Joshua Geoghegan" userId="S::b00144334@mytudublin.ie::a7670cbf-2858-406c-800f-dc2033b6afe5" providerId="AD" clId="Web-{33561FB4-4287-8227-CDA9-C68B7FDC2F9A}" dt="2025-11-04T11:56:06.922" v="0" actId="14100"/>
      <pc:docMkLst>
        <pc:docMk/>
      </pc:docMkLst>
      <pc:sldChg chg="modSp">
        <pc:chgData name="B00144334 Joshua Geoghegan" userId="S::b00144334@mytudublin.ie::a7670cbf-2858-406c-800f-dc2033b6afe5" providerId="AD" clId="Web-{33561FB4-4287-8227-CDA9-C68B7FDC2F9A}" dt="2025-11-04T11:56:06.922" v="0" actId="14100"/>
        <pc:sldMkLst>
          <pc:docMk/>
          <pc:sldMk cId="4142904734" sldId="257"/>
        </pc:sldMkLst>
        <pc:spChg chg="mod">
          <ac:chgData name="B00144334 Joshua Geoghegan" userId="S::b00144334@mytudublin.ie::a7670cbf-2858-406c-800f-dc2033b6afe5" providerId="AD" clId="Web-{33561FB4-4287-8227-CDA9-C68B7FDC2F9A}" dt="2025-11-04T11:56:06.922" v="0" actId="14100"/>
          <ac:spMkLst>
            <pc:docMk/>
            <pc:sldMk cId="4142904734" sldId="257"/>
            <ac:spMk id="3" creationId="{5DA32948-701B-2CAA-B360-F5E903EC889A}"/>
          </ac:spMkLst>
        </pc:spChg>
      </pc:sldChg>
    </pc:docChg>
  </pc:docChgLst>
  <pc:docChgLst>
    <pc:chgData name="B00144334 Joshua Geoghegan" userId="S::b00144334@mytudublin.ie::a7670cbf-2858-406c-800f-dc2033b6afe5" providerId="AD" clId="Web-{676A6074-5D17-BA9E-746B-64564DC2C322}"/>
    <pc:docChg chg="addSld delSld modSld">
      <pc:chgData name="B00144334 Joshua Geoghegan" userId="S::b00144334@mytudublin.ie::a7670cbf-2858-406c-800f-dc2033b6afe5" providerId="AD" clId="Web-{676A6074-5D17-BA9E-746B-64564DC2C322}" dt="2025-11-03T14:59:00.495" v="390" actId="20577"/>
      <pc:docMkLst>
        <pc:docMk/>
      </pc:docMkLst>
      <pc:sldChg chg="addSp delSp modSp new mod setBg">
        <pc:chgData name="B00144334 Joshua Geoghegan" userId="S::b00144334@mytudublin.ie::a7670cbf-2858-406c-800f-dc2033b6afe5" providerId="AD" clId="Web-{676A6074-5D17-BA9E-746B-64564DC2C322}" dt="2025-11-03T11:25:59.275" v="110" actId="20577"/>
        <pc:sldMkLst>
          <pc:docMk/>
          <pc:sldMk cId="4142904734" sldId="257"/>
        </pc:sldMkLst>
        <pc:spChg chg="mod">
          <ac:chgData name="B00144334 Joshua Geoghegan" userId="S::b00144334@mytudublin.ie::a7670cbf-2858-406c-800f-dc2033b6afe5" providerId="AD" clId="Web-{676A6074-5D17-BA9E-746B-64564DC2C322}" dt="2025-11-03T11:25:25.461" v="102"/>
          <ac:spMkLst>
            <pc:docMk/>
            <pc:sldMk cId="4142904734" sldId="257"/>
            <ac:spMk id="2" creationId="{2B55220A-46E4-FE94-1882-D9F026848239}"/>
          </ac:spMkLst>
        </pc:spChg>
        <pc:spChg chg="mod">
          <ac:chgData name="B00144334 Joshua Geoghegan" userId="S::b00144334@mytudublin.ie::a7670cbf-2858-406c-800f-dc2033b6afe5" providerId="AD" clId="Web-{676A6074-5D17-BA9E-746B-64564DC2C322}" dt="2025-11-03T11:25:59.275" v="110" actId="20577"/>
          <ac:spMkLst>
            <pc:docMk/>
            <pc:sldMk cId="4142904734" sldId="257"/>
            <ac:spMk id="3" creationId="{5DA32948-701B-2CAA-B360-F5E903EC889A}"/>
          </ac:spMkLst>
        </pc:spChg>
      </pc:sldChg>
      <pc:sldChg chg="addSp delSp modSp new mod setBg">
        <pc:chgData name="B00144334 Joshua Geoghegan" userId="S::b00144334@mytudublin.ie::a7670cbf-2858-406c-800f-dc2033b6afe5" providerId="AD" clId="Web-{676A6074-5D17-BA9E-746B-64564DC2C322}" dt="2025-11-03T12:47:13.013" v="184" actId="20577"/>
        <pc:sldMkLst>
          <pc:docMk/>
          <pc:sldMk cId="4166848266" sldId="258"/>
        </pc:sldMkLst>
        <pc:spChg chg="mod">
          <ac:chgData name="B00144334 Joshua Geoghegan" userId="S::b00144334@mytudublin.ie::a7670cbf-2858-406c-800f-dc2033b6afe5" providerId="AD" clId="Web-{676A6074-5D17-BA9E-746B-64564DC2C322}" dt="2025-11-03T11:24:05.785" v="97"/>
          <ac:spMkLst>
            <pc:docMk/>
            <pc:sldMk cId="4166848266" sldId="258"/>
            <ac:spMk id="2" creationId="{D0E8707B-6CA3-A8C9-F6EE-B8DDAA7AE6B8}"/>
          </ac:spMkLst>
        </pc:spChg>
        <pc:graphicFrameChg chg="add modGraphic">
          <ac:chgData name="B00144334 Joshua Geoghegan" userId="S::b00144334@mytudublin.ie::a7670cbf-2858-406c-800f-dc2033b6afe5" providerId="AD" clId="Web-{676A6074-5D17-BA9E-746B-64564DC2C322}" dt="2025-11-03T12:47:13.013" v="184" actId="20577"/>
          <ac:graphicFrameMkLst>
            <pc:docMk/>
            <pc:sldMk cId="4166848266" sldId="258"/>
            <ac:graphicFrameMk id="5" creationId="{1999459F-AFF5-31E3-1FCE-81908895EB66}"/>
          </ac:graphicFrameMkLst>
        </pc:graphicFrameChg>
      </pc:sldChg>
      <pc:sldChg chg="addSp delSp modSp new mod setBg">
        <pc:chgData name="B00144334 Joshua Geoghegan" userId="S::b00144334@mytudublin.ie::a7670cbf-2858-406c-800f-dc2033b6afe5" providerId="AD" clId="Web-{676A6074-5D17-BA9E-746B-64564DC2C322}" dt="2025-11-03T14:59:00.495" v="390" actId="20577"/>
        <pc:sldMkLst>
          <pc:docMk/>
          <pc:sldMk cId="1757656798" sldId="259"/>
        </pc:sldMkLst>
        <pc:spChg chg="mod">
          <ac:chgData name="B00144334 Joshua Geoghegan" userId="S::b00144334@mytudublin.ie::a7670cbf-2858-406c-800f-dc2033b6afe5" providerId="AD" clId="Web-{676A6074-5D17-BA9E-746B-64564DC2C322}" dt="2025-11-03T11:54:53.898" v="126"/>
          <ac:spMkLst>
            <pc:docMk/>
            <pc:sldMk cId="1757656798" sldId="259"/>
            <ac:spMk id="2" creationId="{E5BB0614-C3FE-3470-7B55-2D6D8BFBAC8E}"/>
          </ac:spMkLst>
        </pc:spChg>
        <pc:spChg chg="add mod">
          <ac:chgData name="B00144334 Joshua Geoghegan" userId="S::b00144334@mytudublin.ie::a7670cbf-2858-406c-800f-dc2033b6afe5" providerId="AD" clId="Web-{676A6074-5D17-BA9E-746B-64564DC2C322}" dt="2025-11-03T14:59:00.495" v="390" actId="20577"/>
          <ac:spMkLst>
            <pc:docMk/>
            <pc:sldMk cId="1757656798" sldId="259"/>
            <ac:spMk id="17" creationId="{775C4521-5559-0974-AB32-DB54F5EA5626}"/>
          </ac:spMkLst>
        </pc:spChg>
        <pc:picChg chg="add">
          <ac:chgData name="B00144334 Joshua Geoghegan" userId="S::b00144334@mytudublin.ie::a7670cbf-2858-406c-800f-dc2033b6afe5" providerId="AD" clId="Web-{676A6074-5D17-BA9E-746B-64564DC2C322}" dt="2025-11-03T11:54:53.898" v="126"/>
          <ac:picMkLst>
            <pc:docMk/>
            <pc:sldMk cId="1757656798" sldId="259"/>
            <ac:picMk id="18" creationId="{21C8086A-A480-AEB5-D2F3-F090DF0CC397}"/>
          </ac:picMkLst>
        </pc:picChg>
      </pc:sldChg>
      <pc:sldChg chg="addSp delSp modSp new mod setBg">
        <pc:chgData name="B00144334 Joshua Geoghegan" userId="S::b00144334@mytudublin.ie::a7670cbf-2858-406c-800f-dc2033b6afe5" providerId="AD" clId="Web-{676A6074-5D17-BA9E-746B-64564DC2C322}" dt="2025-11-03T13:05:57.037" v="262" actId="20577"/>
        <pc:sldMkLst>
          <pc:docMk/>
          <pc:sldMk cId="38166983" sldId="260"/>
        </pc:sldMkLst>
        <pc:spChg chg="mod">
          <ac:chgData name="B00144334 Joshua Geoghegan" userId="S::b00144334@mytudublin.ie::a7670cbf-2858-406c-800f-dc2033b6afe5" providerId="AD" clId="Web-{676A6074-5D17-BA9E-746B-64564DC2C322}" dt="2025-11-03T13:05:44.646" v="258" actId="1076"/>
          <ac:spMkLst>
            <pc:docMk/>
            <pc:sldMk cId="38166983" sldId="260"/>
            <ac:spMk id="2" creationId="{CD52AD3D-B2FE-B847-E9B1-974E6350EC1A}"/>
          </ac:spMkLst>
        </pc:spChg>
        <pc:spChg chg="mod">
          <ac:chgData name="B00144334 Joshua Geoghegan" userId="S::b00144334@mytudublin.ie::a7670cbf-2858-406c-800f-dc2033b6afe5" providerId="AD" clId="Web-{676A6074-5D17-BA9E-746B-64564DC2C322}" dt="2025-11-03T13:05:57.037" v="262" actId="20577"/>
          <ac:spMkLst>
            <pc:docMk/>
            <pc:sldMk cId="38166983" sldId="260"/>
            <ac:spMk id="3" creationId="{B41CEE31-11EB-8A4F-21D3-750EB3452D01}"/>
          </ac:spMkLst>
        </pc:spChg>
      </pc:sldChg>
      <pc:sldChg chg="addSp modSp new mod setBg">
        <pc:chgData name="B00144334 Joshua Geoghegan" userId="S::b00144334@mytudublin.ie::a7670cbf-2858-406c-800f-dc2033b6afe5" providerId="AD" clId="Web-{676A6074-5D17-BA9E-746B-64564DC2C322}" dt="2025-11-03T13:10:25.828" v="276" actId="20577"/>
        <pc:sldMkLst>
          <pc:docMk/>
          <pc:sldMk cId="464247043" sldId="261"/>
        </pc:sldMkLst>
        <pc:spChg chg="mod">
          <ac:chgData name="B00144334 Joshua Geoghegan" userId="S::b00144334@mytudublin.ie::a7670cbf-2858-406c-800f-dc2033b6afe5" providerId="AD" clId="Web-{676A6074-5D17-BA9E-746B-64564DC2C322}" dt="2025-11-03T13:06:58.163" v="271" actId="1076"/>
          <ac:spMkLst>
            <pc:docMk/>
            <pc:sldMk cId="464247043" sldId="261"/>
            <ac:spMk id="2" creationId="{89DD6EB4-7263-1F6D-2FF6-DEC3C213F7E3}"/>
          </ac:spMkLst>
        </pc:spChg>
        <pc:spChg chg="mod">
          <ac:chgData name="B00144334 Joshua Geoghegan" userId="S::b00144334@mytudublin.ie::a7670cbf-2858-406c-800f-dc2033b6afe5" providerId="AD" clId="Web-{676A6074-5D17-BA9E-746B-64564DC2C322}" dt="2025-11-03T13:10:25.828" v="276" actId="20577"/>
          <ac:spMkLst>
            <pc:docMk/>
            <pc:sldMk cId="464247043" sldId="261"/>
            <ac:spMk id="3" creationId="{15823804-407E-36BD-1D17-6E254BAEB0FF}"/>
          </ac:spMkLst>
        </pc:spChg>
        <pc:picChg chg="add">
          <ac:chgData name="B00144334 Joshua Geoghegan" userId="S::b00144334@mytudublin.ie::a7670cbf-2858-406c-800f-dc2033b6afe5" providerId="AD" clId="Web-{676A6074-5D17-BA9E-746B-64564DC2C322}" dt="2025-11-03T13:03:28.065" v="253"/>
          <ac:picMkLst>
            <pc:docMk/>
            <pc:sldMk cId="464247043" sldId="261"/>
            <ac:picMk id="7" creationId="{2087FF49-4BF4-7CD2-DEC5-9BAAB6A003F4}"/>
          </ac:picMkLst>
        </pc:picChg>
      </pc:sldChg>
      <pc:sldChg chg="addSp modSp new mod setBg">
        <pc:chgData name="B00144334 Joshua Geoghegan" userId="S::b00144334@mytudublin.ie::a7670cbf-2858-406c-800f-dc2033b6afe5" providerId="AD" clId="Web-{676A6074-5D17-BA9E-746B-64564DC2C322}" dt="2025-11-03T14:44:14.665" v="368" actId="14100"/>
        <pc:sldMkLst>
          <pc:docMk/>
          <pc:sldMk cId="778061113" sldId="263"/>
        </pc:sldMkLst>
        <pc:spChg chg="mod">
          <ac:chgData name="B00144334 Joshua Geoghegan" userId="S::b00144334@mytudublin.ie::a7670cbf-2858-406c-800f-dc2033b6afe5" providerId="AD" clId="Web-{676A6074-5D17-BA9E-746B-64564DC2C322}" dt="2025-11-03T13:48:50.499" v="367"/>
          <ac:spMkLst>
            <pc:docMk/>
            <pc:sldMk cId="778061113" sldId="263"/>
            <ac:spMk id="2" creationId="{BF13D910-E471-004A-FB55-DD3EB80C2A9D}"/>
          </ac:spMkLst>
        </pc:spChg>
        <pc:spChg chg="mod">
          <ac:chgData name="B00144334 Joshua Geoghegan" userId="S::b00144334@mytudublin.ie::a7670cbf-2858-406c-800f-dc2033b6afe5" providerId="AD" clId="Web-{676A6074-5D17-BA9E-746B-64564DC2C322}" dt="2025-11-03T14:44:14.665" v="368" actId="14100"/>
          <ac:spMkLst>
            <pc:docMk/>
            <pc:sldMk cId="778061113" sldId="263"/>
            <ac:spMk id="3" creationId="{DD2F7CB7-C6F7-9286-5595-F0199ACEB4F0}"/>
          </ac:spMkLst>
        </pc:spChg>
      </pc:sldChg>
    </pc:docChg>
  </pc:docChgLst>
  <pc:docChgLst>
    <pc:chgData name="B00144334 Joshua Geoghegan" userId="S::b00144334@mytudublin.ie::a7670cbf-2858-406c-800f-dc2033b6afe5" providerId="AD" clId="Web-{C842AA13-9677-18B0-789A-ED4D5AF0D06F}"/>
    <pc:docChg chg="mod addSld delSld modSld sldOrd addMainMaster delMainMaster">
      <pc:chgData name="B00144334 Joshua Geoghegan" userId="S::b00144334@mytudublin.ie::a7670cbf-2858-406c-800f-dc2033b6afe5" providerId="AD" clId="Web-{C842AA13-9677-18B0-789A-ED4D5AF0D06F}" dt="2025-11-10T14:10:18.598" v="229" actId="1076"/>
      <pc:docMkLst>
        <pc:docMk/>
      </pc:docMkLst>
      <pc:sldChg chg="addSp delSp modSp del mod setBg modClrScheme delDesignElem chgLayout">
        <pc:chgData name="B00144334 Joshua Geoghegan" userId="S::b00144334@mytudublin.ie::a7670cbf-2858-406c-800f-dc2033b6afe5" providerId="AD" clId="Web-{C842AA13-9677-18B0-789A-ED4D5AF0D06F}" dt="2025-11-10T13:16:29.441" v="152"/>
        <pc:sldMkLst>
          <pc:docMk/>
          <pc:sldMk cId="109857222" sldId="256"/>
        </pc:sldMkLst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09857222" sldId="256"/>
            <ac:spMk id="3" creationId="{00000000-0000-0000-0000-000000000000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09857222" sldId="256"/>
            <ac:spMk id="4" creationId="{240E67EA-EF03-4F1D-6B0E-5C92121D35AF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09857222" sldId="256"/>
            <ac:spMk id="8" creationId="{A8DB9CD9-59B1-4D73-BC4C-98796A48EF9B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09857222" sldId="256"/>
            <ac:spMk id="10" creationId="{8874A6A9-41FF-4E33-AFA8-F9F81436A59E}"/>
          </ac:spMkLst>
        </pc:spChg>
        <pc:grpChg chg="add del">
          <ac:chgData name="B00144334 Joshua Geoghegan" userId="S::b00144334@mytudublin.ie::a7670cbf-2858-406c-800f-dc2033b6afe5" providerId="AD" clId="Web-{C842AA13-9677-18B0-789A-ED4D5AF0D06F}" dt="2025-11-10T13:16:08.675" v="151"/>
          <ac:grpSpMkLst>
            <pc:docMk/>
            <pc:sldMk cId="109857222" sldId="256"/>
            <ac:grpSpMk id="12" creationId="{721D730E-1F97-4071-B143-B05E6D2599BC}"/>
          </ac:grpSpMkLst>
        </pc:grpChg>
      </pc:sldChg>
      <pc:sldChg chg="addSp delSp modSp mod modClrScheme delDesignElem chgLayout">
        <pc:chgData name="B00144334 Joshua Geoghegan" userId="S::b00144334@mytudublin.ie::a7670cbf-2858-406c-800f-dc2033b6afe5" providerId="AD" clId="Web-{C842AA13-9677-18B0-789A-ED4D5AF0D06F}" dt="2025-11-10T13:16:08.675" v="151"/>
        <pc:sldMkLst>
          <pc:docMk/>
          <pc:sldMk cId="4142904734" sldId="257"/>
        </pc:sldMkLst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42904734" sldId="257"/>
            <ac:spMk id="2" creationId="{2B55220A-46E4-FE94-1882-D9F026848239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42904734" sldId="257"/>
            <ac:spMk id="3" creationId="{5DA32948-701B-2CAA-B360-F5E903EC889A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42904734" sldId="257"/>
            <ac:spMk id="4" creationId="{FE56A85F-53CF-AA28-698F-24C92C7BBEC3}"/>
          </ac:spMkLst>
        </pc:spChg>
        <pc:spChg chg="del">
          <ac:chgData name="B00144334 Joshua Geoghegan" userId="S::b00144334@mytudublin.ie::a7670cbf-2858-406c-800f-dc2033b6afe5" providerId="AD" clId="Web-{C842AA13-9677-18B0-789A-ED4D5AF0D06F}" dt="2025-11-10T11:07:45.073" v="4"/>
          <ac:spMkLst>
            <pc:docMk/>
            <pc:sldMk cId="4142904734" sldId="257"/>
            <ac:spMk id="30" creationId="{C13EF075-D4EF-4929-ADBC-91B27DA19955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42904734" sldId="257"/>
            <ac:spMk id="38" creationId="{DEE2AD96-B495-4E06-9291-B71706F728CB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42904734" sldId="257"/>
            <ac:spMk id="40" creationId="{53CF6D67-C5A8-4ADD-9E8E-1E38CA1D3166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42904734" sldId="257"/>
            <ac:spMk id="42" creationId="{86909FA0-B515-4681-B7A8-FA281D133B94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42904734" sldId="257"/>
            <ac:spMk id="44" creationId="{21C9FE86-FCC3-4A31-AA1C-C882262B7FE7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42904734" sldId="257"/>
            <ac:spMk id="46" creationId="{7D96243B-ECED-4B71-8E06-AE9A285EAD20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42904734" sldId="257"/>
            <ac:spMk id="48" creationId="{A09989E4-EFDC-4A90-A633-E0525FB4139E}"/>
          </ac:spMkLst>
        </pc:spChg>
      </pc:sldChg>
      <pc:sldChg chg="addSp delSp modSp mod modClrScheme delDesignElem chgLayout">
        <pc:chgData name="B00144334 Joshua Geoghegan" userId="S::b00144334@mytudublin.ie::a7670cbf-2858-406c-800f-dc2033b6afe5" providerId="AD" clId="Web-{C842AA13-9677-18B0-789A-ED4D5AF0D06F}" dt="2025-11-10T13:20:13.772" v="186"/>
        <pc:sldMkLst>
          <pc:docMk/>
          <pc:sldMk cId="4166848266" sldId="258"/>
        </pc:sldMkLst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66848266" sldId="258"/>
            <ac:spMk id="2" creationId="{D0E8707B-6CA3-A8C9-F6EE-B8DDAA7AE6B8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66848266" sldId="258"/>
            <ac:spMk id="9" creationId="{0C541B88-1AE9-40C3-AFD5-967787C1979F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66848266" sldId="258"/>
            <ac:spMk id="11" creationId="{E5F17139-31EE-46AC-B04F-DBBD852DD6CB}"/>
          </ac:spMkLst>
        </pc:spChg>
        <pc:spChg chg="del topLvl">
          <ac:chgData name="B00144334 Joshua Geoghegan" userId="S::b00144334@mytudublin.ie::a7670cbf-2858-406c-800f-dc2033b6afe5" providerId="AD" clId="Web-{C842AA13-9677-18B0-789A-ED4D5AF0D06F}" dt="2025-11-10T13:19:59.709" v="184"/>
          <ac:spMkLst>
            <pc:docMk/>
            <pc:sldMk cId="4166848266" sldId="258"/>
            <ac:spMk id="14" creationId="{C6754E2F-F56E-4BA3-99DD-8EBF110E3437}"/>
          </ac:spMkLst>
        </pc:spChg>
        <pc:spChg chg="topLvl">
          <ac:chgData name="B00144334 Joshua Geoghegan" userId="S::b00144334@mytudublin.ie::a7670cbf-2858-406c-800f-dc2033b6afe5" providerId="AD" clId="Web-{C842AA13-9677-18B0-789A-ED4D5AF0D06F}" dt="2025-11-10T13:19:59.709" v="184"/>
          <ac:spMkLst>
            <pc:docMk/>
            <pc:sldMk cId="4166848266" sldId="258"/>
            <ac:spMk id="15" creationId="{24A69059-7C49-49C6-B071-F2A9B558E029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20:13.772" v="186"/>
          <ac:spMkLst>
            <pc:docMk/>
            <pc:sldMk cId="4166848266" sldId="258"/>
            <ac:spMk id="17" creationId="{89D16701-DA76-4F72-BB63-E2C3FFBDFE0F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20:10.991" v="185"/>
          <ac:spMkLst>
            <pc:docMk/>
            <pc:sldMk cId="4166848266" sldId="258"/>
            <ac:spMk id="19" creationId="{1CC28BE1-9DC6-43FE-9582-39F091098D77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166848266" sldId="258"/>
            <ac:spMk id="44" creationId="{F1E7EC02-DADE-D27B-B7BA-D10431CF2109}"/>
          </ac:spMkLst>
        </pc:spChg>
        <pc:grpChg chg="add del">
          <ac:chgData name="B00144334 Joshua Geoghegan" userId="S::b00144334@mytudublin.ie::a7670cbf-2858-406c-800f-dc2033b6afe5" providerId="AD" clId="Web-{C842AA13-9677-18B0-789A-ED4D5AF0D06F}" dt="2025-11-10T13:19:59.709" v="184"/>
          <ac:grpSpMkLst>
            <pc:docMk/>
            <pc:sldMk cId="4166848266" sldId="258"/>
            <ac:grpSpMk id="13" creationId="{7CF625D3-71A3-4F30-A096-8EF334E959D0}"/>
          </ac:grpSpMkLst>
        </pc:grpChg>
        <pc:grpChg chg="add del">
          <ac:chgData name="B00144334 Joshua Geoghegan" userId="S::b00144334@mytudublin.ie::a7670cbf-2858-406c-800f-dc2033b6afe5" providerId="AD" clId="Web-{C842AA13-9677-18B0-789A-ED4D5AF0D06F}" dt="2025-11-10T13:16:08.675" v="151"/>
          <ac:grpSpMkLst>
            <pc:docMk/>
            <pc:sldMk cId="4166848266" sldId="258"/>
            <ac:grpSpMk id="21" creationId="{AF9AF3F3-CE0C-4125-BDD7-346487FA0B40}"/>
          </ac:grpSpMkLst>
        </pc:grpChg>
        <pc:graphicFrameChg chg="mod ord">
          <ac:chgData name="B00144334 Joshua Geoghegan" userId="S::b00144334@mytudublin.ie::a7670cbf-2858-406c-800f-dc2033b6afe5" providerId="AD" clId="Web-{C842AA13-9677-18B0-789A-ED4D5AF0D06F}" dt="2025-11-10T13:16:08.675" v="151"/>
          <ac:graphicFrameMkLst>
            <pc:docMk/>
            <pc:sldMk cId="4166848266" sldId="258"/>
            <ac:graphicFrameMk id="5" creationId="{1999459F-AFF5-31E3-1FCE-81908895EB66}"/>
          </ac:graphicFrameMkLst>
        </pc:graphicFrameChg>
      </pc:sldChg>
      <pc:sldChg chg="addSp delSp modSp mod modClrScheme delDesignElem chgLayout">
        <pc:chgData name="B00144334 Joshua Geoghegan" userId="S::b00144334@mytudublin.ie::a7670cbf-2858-406c-800f-dc2033b6afe5" providerId="AD" clId="Web-{C842AA13-9677-18B0-789A-ED4D5AF0D06F}" dt="2025-11-10T14:09:58.299" v="228" actId="20577"/>
        <pc:sldMkLst>
          <pc:docMk/>
          <pc:sldMk cId="1757656798" sldId="259"/>
        </pc:sldMkLst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757656798" sldId="259"/>
            <ac:spMk id="2" creationId="{E5BB0614-C3FE-3470-7B55-2D6D8BFBAC8E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757656798" sldId="259"/>
            <ac:spMk id="3" creationId="{0ED0CFB6-C332-1FE9-FC1E-FA1549938FF6}"/>
          </ac:spMkLst>
        </pc:spChg>
        <pc:spChg chg="del">
          <ac:chgData name="B00144334 Joshua Geoghegan" userId="S::b00144334@mytudublin.ie::a7670cbf-2858-406c-800f-dc2033b6afe5" providerId="AD" clId="Web-{C842AA13-9677-18B0-789A-ED4D5AF0D06F}" dt="2025-11-10T11:12:14.027" v="9"/>
          <ac:spMkLst>
            <pc:docMk/>
            <pc:sldMk cId="1757656798" sldId="259"/>
            <ac:spMk id="15" creationId="{C0763A76-9F1C-4FC5-82B7-DD475DA461B2}"/>
          </ac:spMkLst>
        </pc:spChg>
        <pc:spChg chg="del">
          <ac:chgData name="B00144334 Joshua Geoghegan" userId="S::b00144334@mytudublin.ie::a7670cbf-2858-406c-800f-dc2033b6afe5" providerId="AD" clId="Web-{C842AA13-9677-18B0-789A-ED4D5AF0D06F}" dt="2025-11-10T11:12:14.027" v="9"/>
          <ac:spMkLst>
            <pc:docMk/>
            <pc:sldMk cId="1757656798" sldId="259"/>
            <ac:spMk id="16" creationId="{E81BF4F6-F2CF-4984-9D14-D6966D92F99F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4:09:58.299" v="228" actId="20577"/>
          <ac:spMkLst>
            <pc:docMk/>
            <pc:sldMk cId="1757656798" sldId="259"/>
            <ac:spMk id="17" creationId="{775C4521-5559-0974-AB32-DB54F5EA5626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757656798" sldId="259"/>
            <ac:spMk id="23" creationId="{D009D6D5-DAC2-4A8B-A17A-E206B9012D09}"/>
          </ac:spMkLst>
        </pc:spChg>
        <pc:picChg chg="mod">
          <ac:chgData name="B00144334 Joshua Geoghegan" userId="S::b00144334@mytudublin.ie::a7670cbf-2858-406c-800f-dc2033b6afe5" providerId="AD" clId="Web-{C842AA13-9677-18B0-789A-ED4D5AF0D06F}" dt="2025-11-10T11:12:14.027" v="9"/>
          <ac:picMkLst>
            <pc:docMk/>
            <pc:sldMk cId="1757656798" sldId="259"/>
            <ac:picMk id="18" creationId="{21C8086A-A480-AEB5-D2F3-F090DF0CC397}"/>
          </ac:picMkLst>
        </pc:picChg>
      </pc:sldChg>
      <pc:sldChg chg="addSp delSp modSp mod modClrScheme delDesignElem chgLayout">
        <pc:chgData name="B00144334 Joshua Geoghegan" userId="S::b00144334@mytudublin.ie::a7670cbf-2858-406c-800f-dc2033b6afe5" providerId="AD" clId="Web-{C842AA13-9677-18B0-789A-ED4D5AF0D06F}" dt="2025-11-10T13:16:08.675" v="151"/>
        <pc:sldMkLst>
          <pc:docMk/>
          <pc:sldMk cId="38166983" sldId="260"/>
        </pc:sldMkLst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38166983" sldId="260"/>
            <ac:spMk id="2" creationId="{CD52AD3D-B2FE-B847-E9B1-974E6350EC1A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38166983" sldId="260"/>
            <ac:spMk id="3" creationId="{B41CEE31-11EB-8A4F-21D3-750EB3452D01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38166983" sldId="260"/>
            <ac:spMk id="4" creationId="{9B8B414D-C6E9-8BF5-3872-024AF4BFEDC8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38166983" sldId="260"/>
            <ac:spMk id="26" creationId="{9F7D5CDA-D291-4307-BF55-1381FED29634}"/>
          </ac:spMkLst>
        </pc:spChg>
      </pc:sldChg>
      <pc:sldChg chg="addSp delSp modSp mod modClrScheme delDesignElem chgLayout">
        <pc:chgData name="B00144334 Joshua Geoghegan" userId="S::b00144334@mytudublin.ie::a7670cbf-2858-406c-800f-dc2033b6afe5" providerId="AD" clId="Web-{C842AA13-9677-18B0-789A-ED4D5AF0D06F}" dt="2025-11-10T14:10:18.598" v="229" actId="1076"/>
        <pc:sldMkLst>
          <pc:docMk/>
          <pc:sldMk cId="464247043" sldId="261"/>
        </pc:sldMkLst>
        <pc:spChg chg="mod ord">
          <ac:chgData name="B00144334 Joshua Geoghegan" userId="S::b00144334@mytudublin.ie::a7670cbf-2858-406c-800f-dc2033b6afe5" providerId="AD" clId="Web-{C842AA13-9677-18B0-789A-ED4D5AF0D06F}" dt="2025-11-10T14:10:18.598" v="229" actId="1076"/>
          <ac:spMkLst>
            <pc:docMk/>
            <pc:sldMk cId="464247043" sldId="261"/>
            <ac:spMk id="2" creationId="{89DD6EB4-7263-1F6D-2FF6-DEC3C213F7E3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64247043" sldId="261"/>
            <ac:spMk id="3" creationId="{15823804-407E-36BD-1D17-6E254BAEB0FF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64247043" sldId="261"/>
            <ac:spMk id="4" creationId="{EFE54B63-CED3-7E09-FEC6-5A7838E44A7E}"/>
          </ac:spMkLst>
        </pc:spChg>
        <pc:spChg chg="del">
          <ac:chgData name="B00144334 Joshua Geoghegan" userId="S::b00144334@mytudublin.ie::a7670cbf-2858-406c-800f-dc2033b6afe5" providerId="AD" clId="Web-{C842AA13-9677-18B0-789A-ED4D5AF0D06F}" dt="2025-11-10T11:21:53.809" v="48"/>
          <ac:spMkLst>
            <pc:docMk/>
            <pc:sldMk cId="464247043" sldId="261"/>
            <ac:spMk id="10" creationId="{EDDBB197-D710-4A4F-A9CA-FD2177498BE8}"/>
          </ac:spMkLst>
        </pc:spChg>
        <pc:spChg chg="del">
          <ac:chgData name="B00144334 Joshua Geoghegan" userId="S::b00144334@mytudublin.ie::a7670cbf-2858-406c-800f-dc2033b6afe5" providerId="AD" clId="Web-{C842AA13-9677-18B0-789A-ED4D5AF0D06F}" dt="2025-11-10T11:21:53.809" v="48"/>
          <ac:spMkLst>
            <pc:docMk/>
            <pc:sldMk cId="464247043" sldId="261"/>
            <ac:spMk id="12" creationId="{975D1CFA-2CDB-4B64-BD9F-85744E8DA12F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64247043" sldId="261"/>
            <ac:spMk id="23" creationId="{1CD81A2A-6ED4-4EF4-A14C-912D31E14800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64247043" sldId="261"/>
            <ac:spMk id="25" creationId="{1661932C-CA15-4E17-B115-FAE7CBEE4789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64247043" sldId="261"/>
            <ac:spMk id="27" creationId="{8590ADD5-9383-4D3D-9047-3DA2593CCB5D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64247043" sldId="261"/>
            <ac:spMk id="29" creationId="{DABE3E45-88CF-45D8-8D40-C773324D93F6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64247043" sldId="261"/>
            <ac:spMk id="33" creationId="{B91ECDA9-56DC-4270-8F33-01C5637B8CEB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64247043" sldId="261"/>
            <ac:spMk id="35" creationId="{75F47824-961D-465D-84F9-EAE11BC6173B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64247043" sldId="261"/>
            <ac:spMk id="37" creationId="{FEC9DA3E-C1D7-472D-B7C0-F71AE41FBA23}"/>
          </ac:spMkLst>
        </pc:spChg>
      </pc:sldChg>
      <pc:sldChg chg="addSp delSp modSp mod modClrScheme delDesignElem chgLayout">
        <pc:chgData name="B00144334 Joshua Geoghegan" userId="S::b00144334@mytudublin.ie::a7670cbf-2858-406c-800f-dc2033b6afe5" providerId="AD" clId="Web-{C842AA13-9677-18B0-789A-ED4D5AF0D06F}" dt="2025-11-10T13:16:08.675" v="151"/>
        <pc:sldMkLst>
          <pc:docMk/>
          <pc:sldMk cId="778061113" sldId="263"/>
        </pc:sldMkLst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778061113" sldId="263"/>
            <ac:spMk id="2" creationId="{BF13D910-E471-004A-FB55-DD3EB80C2A9D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778061113" sldId="263"/>
            <ac:spMk id="3" creationId="{DD2F7CB7-C6F7-9286-5595-F0199ACEB4F0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778061113" sldId="263"/>
            <ac:spMk id="4" creationId="{1385202A-488C-76DD-1CB7-08E33A2FF4C6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778061113" sldId="263"/>
            <ac:spMk id="8" creationId="{70DFC902-7D23-471A-B557-B6B6917D7A0D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778061113" sldId="263"/>
            <ac:spMk id="10" creationId="{A55D5633-D557-4DCA-982C-FF36EB7A1C00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778061113" sldId="263"/>
            <ac:spMk id="12" creationId="{450D3AD2-FA80-415F-A9CE-54D884561CD7}"/>
          </ac:spMkLst>
        </pc:spChg>
      </pc:sldChg>
      <pc:sldChg chg="addSp delSp modSp mod modClrScheme delDesignElem chgLayout">
        <pc:chgData name="B00144334 Joshua Geoghegan" userId="S::b00144334@mytudublin.ie::a7670cbf-2858-406c-800f-dc2033b6afe5" providerId="AD" clId="Web-{C842AA13-9677-18B0-789A-ED4D5AF0D06F}" dt="2025-11-10T13:16:08.675" v="151"/>
        <pc:sldMkLst>
          <pc:docMk/>
          <pc:sldMk cId="190023261" sldId="264"/>
        </pc:sldMkLst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90023261" sldId="264"/>
            <ac:spMk id="2" creationId="{D524F633-19E6-94AA-9268-E6DC79D335EF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90023261" sldId="264"/>
            <ac:spMk id="3" creationId="{0BEF15A4-06B9-DE04-8BBA-30F04A6092E4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90023261" sldId="264"/>
            <ac:spMk id="4" creationId="{10D684A8-1F99-CA88-67AD-5E76A338A27A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90023261" sldId="264"/>
            <ac:spMk id="21" creationId="{18873D23-2DCF-4B31-A009-95721C06E8E1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90023261" sldId="264"/>
            <ac:spMk id="22" creationId="{C13EF075-D4EF-4929-ADBC-91B27DA19955}"/>
          </ac:spMkLst>
        </pc:spChg>
        <pc:grpChg chg="add del">
          <ac:chgData name="B00144334 Joshua Geoghegan" userId="S::b00144334@mytudublin.ie::a7670cbf-2858-406c-800f-dc2033b6afe5" providerId="AD" clId="Web-{C842AA13-9677-18B0-789A-ED4D5AF0D06F}" dt="2025-11-10T13:16:08.675" v="151"/>
          <ac:grpSpMkLst>
            <pc:docMk/>
            <pc:sldMk cId="190023261" sldId="264"/>
            <ac:grpSpMk id="23" creationId="{DAA26DFA-AAB2-4973-9C17-16D587C7B198}"/>
          </ac:grpSpMkLst>
        </pc:grpChg>
      </pc:sldChg>
      <pc:sldChg chg="addSp delSp modSp mod setBg modClrScheme delDesignElem chgLayout">
        <pc:chgData name="B00144334 Joshua Geoghegan" userId="S::b00144334@mytudublin.ie::a7670cbf-2858-406c-800f-dc2033b6afe5" providerId="AD" clId="Web-{C842AA13-9677-18B0-789A-ED4D5AF0D06F}" dt="2025-11-10T13:16:08.675" v="151"/>
        <pc:sldMkLst>
          <pc:docMk/>
          <pc:sldMk cId="423811995" sldId="265"/>
        </pc:sldMkLst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23811995" sldId="265"/>
            <ac:spMk id="2" creationId="{FF829E64-2B79-CEEC-868B-35653908B531}"/>
          </ac:spMkLst>
        </pc:spChg>
        <pc:spChg chg="del mod">
          <ac:chgData name="B00144334 Joshua Geoghegan" userId="S::b00144334@mytudublin.ie::a7670cbf-2858-406c-800f-dc2033b6afe5" providerId="AD" clId="Web-{C842AA13-9677-18B0-789A-ED4D5AF0D06F}" dt="2025-11-10T12:31:51.546" v="77"/>
          <ac:spMkLst>
            <pc:docMk/>
            <pc:sldMk cId="423811995" sldId="265"/>
            <ac:spMk id="3" creationId="{CED870D5-C91F-E34A-0000-B2CD7D194D7F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23811995" sldId="265"/>
            <ac:spMk id="4" creationId="{176C0578-D24B-DBE6-186F-5E264976EA86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423811995" sldId="265"/>
            <ac:spMk id="10" creationId="{A4AC5506-6312-4701-8D3C-40187889A947}"/>
          </ac:spMkLst>
        </pc:spChg>
        <pc:picChg chg="add mod ord">
          <ac:chgData name="B00144334 Joshua Geoghegan" userId="S::b00144334@mytudublin.ie::a7670cbf-2858-406c-800f-dc2033b6afe5" providerId="AD" clId="Web-{C842AA13-9677-18B0-789A-ED4D5AF0D06F}" dt="2025-11-10T13:16:08.675" v="151"/>
          <ac:picMkLst>
            <pc:docMk/>
            <pc:sldMk cId="423811995" sldId="265"/>
            <ac:picMk id="5" creationId="{B71A8C0D-FF1C-E68B-5A32-D138D5BFB7DE}"/>
          </ac:picMkLst>
        </pc:picChg>
      </pc:sldChg>
      <pc:sldChg chg="addSp delSp modSp new mod setBg modClrScheme delDesignElem chgLayout">
        <pc:chgData name="B00144334 Joshua Geoghegan" userId="S::b00144334@mytudublin.ie::a7670cbf-2858-406c-800f-dc2033b6afe5" providerId="AD" clId="Web-{C842AA13-9677-18B0-789A-ED4D5AF0D06F}" dt="2025-11-10T13:16:08.675" v="151"/>
        <pc:sldMkLst>
          <pc:docMk/>
          <pc:sldMk cId="1375492281" sldId="266"/>
        </pc:sldMkLst>
        <pc:spChg chg="del mod">
          <ac:chgData name="B00144334 Joshua Geoghegan" userId="S::b00144334@mytudublin.ie::a7670cbf-2858-406c-800f-dc2033b6afe5" providerId="AD" clId="Web-{C842AA13-9677-18B0-789A-ED4D5AF0D06F}" dt="2025-11-10T13:05:41.525" v="120"/>
          <ac:spMkLst>
            <pc:docMk/>
            <pc:sldMk cId="1375492281" sldId="266"/>
            <ac:spMk id="2" creationId="{27E7AD16-699C-BC86-AD89-7DF3F28E8D0F}"/>
          </ac:spMkLst>
        </pc:spChg>
        <pc:spChg chg="del mod">
          <ac:chgData name="B00144334 Joshua Geoghegan" userId="S::b00144334@mytudublin.ie::a7670cbf-2858-406c-800f-dc2033b6afe5" providerId="AD" clId="Web-{C842AA13-9677-18B0-789A-ED4D5AF0D06F}" dt="2025-11-10T13:05:29.869" v="118"/>
          <ac:spMkLst>
            <pc:docMk/>
            <pc:sldMk cId="1375492281" sldId="266"/>
            <ac:spMk id="3" creationId="{8F3EE7CE-86FE-CADC-B2A7-49DD8542B613}"/>
          </ac:spMkLst>
        </pc:spChg>
        <pc:spChg chg="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375492281" sldId="266"/>
            <ac:spMk id="4" creationId="{4D818497-9728-0880-040E-D84A52B6BE79}"/>
          </ac:spMkLst>
        </pc:spChg>
        <pc:spChg chg="add del mod">
          <ac:chgData name="B00144334 Joshua Geoghegan" userId="S::b00144334@mytudublin.ie::a7670cbf-2858-406c-800f-dc2033b6afe5" providerId="AD" clId="Web-{C842AA13-9677-18B0-789A-ED4D5AF0D06F}" dt="2025-11-10T13:05:52.885" v="121"/>
          <ac:spMkLst>
            <pc:docMk/>
            <pc:sldMk cId="1375492281" sldId="266"/>
            <ac:spMk id="7" creationId="{9084EDCE-7BB5-D69D-23A1-752208A38E23}"/>
          </ac:spMkLst>
        </pc:spChg>
        <pc:spChg chg="add mod ord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375492281" sldId="266"/>
            <ac:spMk id="9" creationId="{9042A493-107C-00FE-1EFA-3FFA2C05681C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0:12.886" v="132"/>
          <ac:spMkLst>
            <pc:docMk/>
            <pc:sldMk cId="1375492281" sldId="266"/>
            <ac:spMk id="12" creationId="{42A4FC2C-047E-45A5-965D-8E1E3BF09BC6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375492281" sldId="266"/>
            <ac:spMk id="18" creationId="{04812C46-200A-4DEB-A05E-3ED6C68C2387}"/>
          </ac:spMkLst>
        </pc:spChg>
        <pc:spChg chg="add del">
          <ac:chgData name="B00144334 Joshua Geoghegan" userId="S::b00144334@mytudublin.ie::a7670cbf-2858-406c-800f-dc2033b6afe5" providerId="AD" clId="Web-{C842AA13-9677-18B0-789A-ED4D5AF0D06F}" dt="2025-11-10T13:16:08.675" v="151"/>
          <ac:spMkLst>
            <pc:docMk/>
            <pc:sldMk cId="1375492281" sldId="266"/>
            <ac:spMk id="20" creationId="{D1EA859B-E555-4109-94F3-6700E046E008}"/>
          </ac:spMkLst>
        </pc:spChg>
        <pc:picChg chg="add del mod ord">
          <ac:chgData name="B00144334 Joshua Geoghegan" userId="S::b00144334@mytudublin.ie::a7670cbf-2858-406c-800f-dc2033b6afe5" providerId="AD" clId="Web-{C842AA13-9677-18B0-789A-ED4D5AF0D06F}" dt="2025-11-10T13:09:51.698" v="122"/>
          <ac:picMkLst>
            <pc:docMk/>
            <pc:sldMk cId="1375492281" sldId="266"/>
            <ac:picMk id="5" creationId="{CD3D1918-BFD1-1DF2-0071-96214C35302F}"/>
          </ac:picMkLst>
        </pc:picChg>
        <pc:picChg chg="add">
          <ac:chgData name="B00144334 Joshua Geoghegan" userId="S::b00144334@mytudublin.ie::a7670cbf-2858-406c-800f-dc2033b6afe5" providerId="AD" clId="Web-{C842AA13-9677-18B0-789A-ED4D5AF0D06F}" dt="2025-11-10T13:10:12.886" v="132"/>
          <ac:picMkLst>
            <pc:docMk/>
            <pc:sldMk cId="1375492281" sldId="266"/>
            <ac:picMk id="14" creationId="{5220FCF4-C344-6376-1B7F-CF1EA81A1494}"/>
          </ac:picMkLst>
        </pc:picChg>
      </pc:sldChg>
      <pc:sldChg chg="addSp delSp modSp new mod ord setBg">
        <pc:chgData name="B00144334 Joshua Geoghegan" userId="S::b00144334@mytudublin.ie::a7670cbf-2858-406c-800f-dc2033b6afe5" providerId="AD" clId="Web-{C842AA13-9677-18B0-789A-ED4D5AF0D06F}" dt="2025-11-10T13:55:46.177" v="226"/>
        <pc:sldMkLst>
          <pc:docMk/>
          <pc:sldMk cId="4213719094" sldId="267"/>
        </pc:sldMkLst>
        <pc:spChg chg="mod">
          <ac:chgData name="B00144334 Joshua Geoghegan" userId="S::b00144334@mytudublin.ie::a7670cbf-2858-406c-800f-dc2033b6afe5" providerId="AD" clId="Web-{C842AA13-9677-18B0-789A-ED4D5AF0D06F}" dt="2025-11-10T13:17:45.567" v="177" actId="1076"/>
          <ac:spMkLst>
            <pc:docMk/>
            <pc:sldMk cId="4213719094" sldId="267"/>
            <ac:spMk id="2" creationId="{8C54D2CE-1EE4-E8DE-C2E3-48A3BD74BC9B}"/>
          </ac:spMkLst>
        </pc:spChg>
        <pc:spChg chg="mod">
          <ac:chgData name="B00144334 Joshua Geoghegan" userId="S::b00144334@mytudublin.ie::a7670cbf-2858-406c-800f-dc2033b6afe5" providerId="AD" clId="Web-{C842AA13-9677-18B0-789A-ED4D5AF0D06F}" dt="2025-11-10T13:18:03.552" v="180" actId="1076"/>
          <ac:spMkLst>
            <pc:docMk/>
            <pc:sldMk cId="4213719094" sldId="267"/>
            <ac:spMk id="3" creationId="{F30C7928-7938-EFE0-F249-1D02F4D43ED7}"/>
          </ac:spMkLst>
        </pc:spChg>
        <pc:spChg chg="add del mod">
          <ac:chgData name="B00144334 Joshua Geoghegan" userId="S::b00144334@mytudublin.ie::a7670cbf-2858-406c-800f-dc2033b6afe5" providerId="AD" clId="Web-{C842AA13-9677-18B0-789A-ED4D5AF0D06F}" dt="2025-11-10T13:19:32.990" v="183"/>
          <ac:spMkLst>
            <pc:docMk/>
            <pc:sldMk cId="4213719094" sldId="267"/>
            <ac:spMk id="5" creationId="{758F4B30-C380-F7E9-30DC-056FF599B42D}"/>
          </ac:spMkLst>
        </pc:spChg>
        <pc:spChg chg="add del mod">
          <ac:chgData name="B00144334 Joshua Geoghegan" userId="S::b00144334@mytudublin.ie::a7670cbf-2858-406c-800f-dc2033b6afe5" providerId="AD" clId="Web-{C842AA13-9677-18B0-789A-ED4D5AF0D06F}" dt="2025-11-10T13:55:46.177" v="226"/>
          <ac:spMkLst>
            <pc:docMk/>
            <pc:sldMk cId="4213719094" sldId="267"/>
            <ac:spMk id="5" creationId="{857F8518-48A6-6AA7-93B3-518236C799D1}"/>
          </ac:spMkLst>
        </pc:spChg>
      </pc:sldChg>
      <pc:sldMasterChg chg="add del addSldLayout delSldLayout">
        <pc:chgData name="B00144334 Joshua Geoghegan" userId="S::b00144334@mytudublin.ie::a7670cbf-2858-406c-800f-dc2033b6afe5" providerId="AD" clId="Web-{C842AA13-9677-18B0-789A-ED4D5AF0D06F}" dt="2025-11-10T13:16:08.675" v="151"/>
        <pc:sldMasterMkLst>
          <pc:docMk/>
          <pc:sldMasterMk cId="2460954070" sldId="2147483660"/>
        </pc:sldMasterMkLst>
        <pc:sldLayoutChg chg="add del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B00144334 Joshua Geoghegan" userId="S::b00144334@mytudublin.ie::a7670cbf-2858-406c-800f-dc2033b6afe5" providerId="AD" clId="Web-{C842AA13-9677-18B0-789A-ED4D5AF0D06F}" dt="2025-11-10T13:16:08.675" v="151"/>
        <pc:sldMasterMkLst>
          <pc:docMk/>
          <pc:sldMasterMk cId="3151560029" sldId="2147483672"/>
        </pc:sldMasterMkLst>
        <pc:sldLayoutChg chg="add del mod replId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3151560029" sldId="2147483672"/>
            <pc:sldLayoutMk cId="1756644833" sldId="2147483673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3151560029" sldId="2147483672"/>
            <pc:sldLayoutMk cId="2653095476" sldId="2147483674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3151560029" sldId="2147483672"/>
            <pc:sldLayoutMk cId="2309649675" sldId="2147483675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3151560029" sldId="2147483672"/>
            <pc:sldLayoutMk cId="2577351482" sldId="2147483676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3151560029" sldId="2147483672"/>
            <pc:sldLayoutMk cId="3528188428" sldId="2147483677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3151560029" sldId="2147483672"/>
            <pc:sldLayoutMk cId="1775315197" sldId="2147483678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3151560029" sldId="2147483672"/>
            <pc:sldLayoutMk cId="1873713016" sldId="2147483679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3151560029" sldId="2147483672"/>
            <pc:sldLayoutMk cId="280550587" sldId="2147483680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3151560029" sldId="2147483672"/>
            <pc:sldLayoutMk cId="1350070006" sldId="2147483681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3151560029" sldId="2147483672"/>
            <pc:sldLayoutMk cId="3278723078" sldId="2147483682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6:08.675" v="151"/>
          <pc:sldLayoutMkLst>
            <pc:docMk/>
            <pc:sldMasterMk cId="3151560029" sldId="2147483672"/>
            <pc:sldLayoutMk cId="1361355372" sldId="2147483683"/>
          </pc:sldLayoutMkLst>
        </pc:sldLayoutChg>
      </pc:sldMasterChg>
      <pc:sldMasterChg chg="add del addSldLayout delSldLayout modSldLayout">
        <pc:chgData name="B00144334 Joshua Geoghegan" userId="S::b00144334@mytudublin.ie::a7670cbf-2858-406c-800f-dc2033b6afe5" providerId="AD" clId="Web-{C842AA13-9677-18B0-789A-ED4D5AF0D06F}" dt="2025-11-10T13:15:39.674" v="147"/>
        <pc:sldMasterMkLst>
          <pc:docMk/>
          <pc:sldMasterMk cId="3932722162" sldId="2147483672"/>
        </pc:sldMasterMkLst>
        <pc:sldLayoutChg chg="add del mod replId">
          <pc:chgData name="B00144334 Joshua Geoghegan" userId="S::b00144334@mytudublin.ie::a7670cbf-2858-406c-800f-dc2033b6afe5" providerId="AD" clId="Web-{C842AA13-9677-18B0-789A-ED4D5AF0D06F}" dt="2025-11-10T13:15:39.674" v="147"/>
          <pc:sldLayoutMkLst>
            <pc:docMk/>
            <pc:sldMasterMk cId="3932722162" sldId="2147483672"/>
            <pc:sldLayoutMk cId="1442268936" sldId="2147483673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5:39.674" v="147"/>
          <pc:sldLayoutMkLst>
            <pc:docMk/>
            <pc:sldMasterMk cId="3932722162" sldId="2147483672"/>
            <pc:sldLayoutMk cId="3324022779" sldId="2147483674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5:39.674" v="147"/>
          <pc:sldLayoutMkLst>
            <pc:docMk/>
            <pc:sldMasterMk cId="3932722162" sldId="2147483672"/>
            <pc:sldLayoutMk cId="2338554427" sldId="2147483675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5:39.674" v="147"/>
          <pc:sldLayoutMkLst>
            <pc:docMk/>
            <pc:sldMasterMk cId="3932722162" sldId="2147483672"/>
            <pc:sldLayoutMk cId="378774578" sldId="2147483676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5:39.674" v="147"/>
          <pc:sldLayoutMkLst>
            <pc:docMk/>
            <pc:sldMasterMk cId="3932722162" sldId="2147483672"/>
            <pc:sldLayoutMk cId="1002086051" sldId="2147483677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5:39.674" v="147"/>
          <pc:sldLayoutMkLst>
            <pc:docMk/>
            <pc:sldMasterMk cId="3932722162" sldId="2147483672"/>
            <pc:sldLayoutMk cId="3032815398" sldId="2147483678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5:39.674" v="147"/>
          <pc:sldLayoutMkLst>
            <pc:docMk/>
            <pc:sldMasterMk cId="3932722162" sldId="2147483672"/>
            <pc:sldLayoutMk cId="3147167550" sldId="2147483679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5:39.674" v="147"/>
          <pc:sldLayoutMkLst>
            <pc:docMk/>
            <pc:sldMasterMk cId="3932722162" sldId="2147483672"/>
            <pc:sldLayoutMk cId="4076446287" sldId="2147483680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5:39.674" v="147"/>
          <pc:sldLayoutMkLst>
            <pc:docMk/>
            <pc:sldMasterMk cId="3932722162" sldId="2147483672"/>
            <pc:sldLayoutMk cId="1104936292" sldId="2147483681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5:39.674" v="147"/>
          <pc:sldLayoutMkLst>
            <pc:docMk/>
            <pc:sldMasterMk cId="3932722162" sldId="2147483672"/>
            <pc:sldLayoutMk cId="478810570" sldId="2147483682"/>
          </pc:sldLayoutMkLst>
        </pc:sldLayoutChg>
        <pc:sldLayoutChg chg="add del mod replId">
          <pc:chgData name="B00144334 Joshua Geoghegan" userId="S::b00144334@mytudublin.ie::a7670cbf-2858-406c-800f-dc2033b6afe5" providerId="AD" clId="Web-{C842AA13-9677-18B0-789A-ED4D5AF0D06F}" dt="2025-11-10T13:15:39.674" v="147"/>
          <pc:sldLayoutMkLst>
            <pc:docMk/>
            <pc:sldMasterMk cId="3932722162" sldId="2147483672"/>
            <pc:sldLayoutMk cId="4119512853" sldId="2147483683"/>
          </pc:sldLayoutMkLst>
        </pc:sldLayoutChg>
      </pc:sldMasterChg>
    </pc:docChg>
  </pc:docChgLst>
  <pc:docChgLst>
    <pc:chgData name="B00144334 Joshua Geoghegan" userId="S::b00144334@mytudublin.ie::a7670cbf-2858-406c-800f-dc2033b6afe5" providerId="AD" clId="Web-{F7B5A2BA-A554-5CAC-1401-34333B96E03E}"/>
    <pc:docChg chg="modSld">
      <pc:chgData name="B00144334 Joshua Geoghegan" userId="S::b00144334@mytudublin.ie::a7670cbf-2858-406c-800f-dc2033b6afe5" providerId="AD" clId="Web-{F7B5A2BA-A554-5CAC-1401-34333B96E03E}" dt="2025-11-10T17:05:08.325" v="9" actId="14100"/>
      <pc:docMkLst>
        <pc:docMk/>
      </pc:docMkLst>
      <pc:sldChg chg="modSp">
        <pc:chgData name="B00144334 Joshua Geoghegan" userId="S::b00144334@mytudublin.ie::a7670cbf-2858-406c-800f-dc2033b6afe5" providerId="AD" clId="Web-{F7B5A2BA-A554-5CAC-1401-34333B96E03E}" dt="2025-11-10T14:46:43.872" v="1" actId="20577"/>
        <pc:sldMkLst>
          <pc:docMk/>
          <pc:sldMk cId="1757656798" sldId="259"/>
        </pc:sldMkLst>
        <pc:spChg chg="mod">
          <ac:chgData name="B00144334 Joshua Geoghegan" userId="S::b00144334@mytudublin.ie::a7670cbf-2858-406c-800f-dc2033b6afe5" providerId="AD" clId="Web-{F7B5A2BA-A554-5CAC-1401-34333B96E03E}" dt="2025-11-10T14:46:43.872" v="1" actId="20577"/>
          <ac:spMkLst>
            <pc:docMk/>
            <pc:sldMk cId="1757656798" sldId="259"/>
            <ac:spMk id="2" creationId="{E5BB0614-C3FE-3470-7B55-2D6D8BFBAC8E}"/>
          </ac:spMkLst>
        </pc:spChg>
      </pc:sldChg>
      <pc:sldChg chg="modSp">
        <pc:chgData name="B00144334 Joshua Geoghegan" userId="S::b00144334@mytudublin.ie::a7670cbf-2858-406c-800f-dc2033b6afe5" providerId="AD" clId="Web-{F7B5A2BA-A554-5CAC-1401-34333B96E03E}" dt="2025-11-10T16:12:11.374" v="8" actId="20577"/>
        <pc:sldMkLst>
          <pc:docMk/>
          <pc:sldMk cId="464247043" sldId="261"/>
        </pc:sldMkLst>
        <pc:spChg chg="mod">
          <ac:chgData name="B00144334 Joshua Geoghegan" userId="S::b00144334@mytudublin.ie::a7670cbf-2858-406c-800f-dc2033b6afe5" providerId="AD" clId="Web-{F7B5A2BA-A554-5CAC-1401-34333B96E03E}" dt="2025-11-10T16:12:11.374" v="8" actId="20577"/>
          <ac:spMkLst>
            <pc:docMk/>
            <pc:sldMk cId="464247043" sldId="261"/>
            <ac:spMk id="3" creationId="{15823804-407E-36BD-1D17-6E254BAEB0FF}"/>
          </ac:spMkLst>
        </pc:spChg>
      </pc:sldChg>
      <pc:sldChg chg="modSp">
        <pc:chgData name="B00144334 Joshua Geoghegan" userId="S::b00144334@mytudublin.ie::a7670cbf-2858-406c-800f-dc2033b6afe5" providerId="AD" clId="Web-{F7B5A2BA-A554-5CAC-1401-34333B96E03E}" dt="2025-11-10T17:05:08.325" v="9" actId="14100"/>
        <pc:sldMkLst>
          <pc:docMk/>
          <pc:sldMk cId="423811995" sldId="265"/>
        </pc:sldMkLst>
        <pc:picChg chg="mod">
          <ac:chgData name="B00144334 Joshua Geoghegan" userId="S::b00144334@mytudublin.ie::a7670cbf-2858-406c-800f-dc2033b6afe5" providerId="AD" clId="Web-{F7B5A2BA-A554-5CAC-1401-34333B96E03E}" dt="2025-11-10T17:05:08.325" v="9" actId="14100"/>
          <ac:picMkLst>
            <pc:docMk/>
            <pc:sldMk cId="423811995" sldId="265"/>
            <ac:picMk id="5" creationId="{B71A8C0D-FF1C-E68B-5A32-D138D5BFB7DE}"/>
          </ac:picMkLst>
        </pc:picChg>
      </pc:sldChg>
    </pc:docChg>
  </pc:docChgLst>
  <pc:docChgLst>
    <pc:chgData name="B00144334 Joshua Geoghegan" userId="S::b00144334@mytudublin.ie::a7670cbf-2858-406c-800f-dc2033b6afe5" providerId="AD" clId="Web-{397ACC3C-1CB5-92C1-F6B8-234F1D6DC33A}"/>
    <pc:docChg chg="addSld delSld modSld modMainMaster">
      <pc:chgData name="B00144334 Joshua Geoghegan" userId="S::b00144334@mytudublin.ie::a7670cbf-2858-406c-800f-dc2033b6afe5" providerId="AD" clId="Web-{397ACC3C-1CB5-92C1-F6B8-234F1D6DC33A}" dt="2025-11-07T18:17:43.619" v="84" actId="20577"/>
      <pc:docMkLst>
        <pc:docMk/>
      </pc:docMkLst>
      <pc:sldChg chg="addSp modSp">
        <pc:chgData name="B00144334 Joshua Geoghegan" userId="S::b00144334@mytudublin.ie::a7670cbf-2858-406c-800f-dc2033b6afe5" providerId="AD" clId="Web-{397ACC3C-1CB5-92C1-F6B8-234F1D6DC33A}" dt="2025-11-07T15:14:52.907" v="0"/>
        <pc:sldMkLst>
          <pc:docMk/>
          <pc:sldMk cId="4142904734" sldId="257"/>
        </pc:sldMkLst>
        <pc:spChg chg="add mod">
          <ac:chgData name="B00144334 Joshua Geoghegan" userId="S::b00144334@mytudublin.ie::a7670cbf-2858-406c-800f-dc2033b6afe5" providerId="AD" clId="Web-{397ACC3C-1CB5-92C1-F6B8-234F1D6DC33A}" dt="2025-11-07T15:14:52.907" v="0"/>
          <ac:spMkLst>
            <pc:docMk/>
            <pc:sldMk cId="4142904734" sldId="257"/>
            <ac:spMk id="4" creationId="{FE56A85F-53CF-AA28-698F-24C92C7BBEC3}"/>
          </ac:spMkLst>
        </pc:spChg>
      </pc:sldChg>
      <pc:sldChg chg="addSp modSp">
        <pc:chgData name="B00144334 Joshua Geoghegan" userId="S::b00144334@mytudublin.ie::a7670cbf-2858-406c-800f-dc2033b6afe5" providerId="AD" clId="Web-{397ACC3C-1CB5-92C1-F6B8-234F1D6DC33A}" dt="2025-11-07T15:14:57.157" v="1"/>
        <pc:sldMkLst>
          <pc:docMk/>
          <pc:sldMk cId="4166848266" sldId="258"/>
        </pc:sldMkLst>
        <pc:spChg chg="add mod">
          <ac:chgData name="B00144334 Joshua Geoghegan" userId="S::b00144334@mytudublin.ie::a7670cbf-2858-406c-800f-dc2033b6afe5" providerId="AD" clId="Web-{397ACC3C-1CB5-92C1-F6B8-234F1D6DC33A}" dt="2025-11-07T15:14:57.157" v="1"/>
          <ac:spMkLst>
            <pc:docMk/>
            <pc:sldMk cId="4166848266" sldId="258"/>
            <ac:spMk id="44" creationId="{F1E7EC02-DADE-D27B-B7BA-D10431CF2109}"/>
          </ac:spMkLst>
        </pc:spChg>
      </pc:sldChg>
      <pc:sldChg chg="addSp modSp">
        <pc:chgData name="B00144334 Joshua Geoghegan" userId="S::b00144334@mytudublin.ie::a7670cbf-2858-406c-800f-dc2033b6afe5" providerId="AD" clId="Web-{397ACC3C-1CB5-92C1-F6B8-234F1D6DC33A}" dt="2025-11-07T15:14:57.157" v="1"/>
        <pc:sldMkLst>
          <pc:docMk/>
          <pc:sldMk cId="1757656798" sldId="259"/>
        </pc:sldMkLst>
        <pc:spChg chg="add mod">
          <ac:chgData name="B00144334 Joshua Geoghegan" userId="S::b00144334@mytudublin.ie::a7670cbf-2858-406c-800f-dc2033b6afe5" providerId="AD" clId="Web-{397ACC3C-1CB5-92C1-F6B8-234F1D6DC33A}" dt="2025-11-07T15:14:57.157" v="1"/>
          <ac:spMkLst>
            <pc:docMk/>
            <pc:sldMk cId="1757656798" sldId="259"/>
            <ac:spMk id="3" creationId="{0ED0CFB6-C332-1FE9-FC1E-FA1549938FF6}"/>
          </ac:spMkLst>
        </pc:spChg>
      </pc:sldChg>
      <pc:sldChg chg="addSp modSp">
        <pc:chgData name="B00144334 Joshua Geoghegan" userId="S::b00144334@mytudublin.ie::a7670cbf-2858-406c-800f-dc2033b6afe5" providerId="AD" clId="Web-{397ACC3C-1CB5-92C1-F6B8-234F1D6DC33A}" dt="2025-11-07T15:14:57.157" v="1"/>
        <pc:sldMkLst>
          <pc:docMk/>
          <pc:sldMk cId="38166983" sldId="260"/>
        </pc:sldMkLst>
        <pc:spChg chg="add mod">
          <ac:chgData name="B00144334 Joshua Geoghegan" userId="S::b00144334@mytudublin.ie::a7670cbf-2858-406c-800f-dc2033b6afe5" providerId="AD" clId="Web-{397ACC3C-1CB5-92C1-F6B8-234F1D6DC33A}" dt="2025-11-07T15:14:57.157" v="1"/>
          <ac:spMkLst>
            <pc:docMk/>
            <pc:sldMk cId="38166983" sldId="260"/>
            <ac:spMk id="4" creationId="{9B8B414D-C6E9-8BF5-3872-024AF4BFEDC8}"/>
          </ac:spMkLst>
        </pc:spChg>
      </pc:sldChg>
      <pc:sldChg chg="addSp modSp">
        <pc:chgData name="B00144334 Joshua Geoghegan" userId="S::b00144334@mytudublin.ie::a7670cbf-2858-406c-800f-dc2033b6afe5" providerId="AD" clId="Web-{397ACC3C-1CB5-92C1-F6B8-234F1D6DC33A}" dt="2025-11-07T17:08:10.376" v="29" actId="20577"/>
        <pc:sldMkLst>
          <pc:docMk/>
          <pc:sldMk cId="464247043" sldId="261"/>
        </pc:sldMkLst>
        <pc:spChg chg="mod">
          <ac:chgData name="B00144334 Joshua Geoghegan" userId="S::b00144334@mytudublin.ie::a7670cbf-2858-406c-800f-dc2033b6afe5" providerId="AD" clId="Web-{397ACC3C-1CB5-92C1-F6B8-234F1D6DC33A}" dt="2025-11-07T17:08:10.376" v="29" actId="20577"/>
          <ac:spMkLst>
            <pc:docMk/>
            <pc:sldMk cId="464247043" sldId="261"/>
            <ac:spMk id="3" creationId="{15823804-407E-36BD-1D17-6E254BAEB0FF}"/>
          </ac:spMkLst>
        </pc:spChg>
        <pc:spChg chg="add mod">
          <ac:chgData name="B00144334 Joshua Geoghegan" userId="S::b00144334@mytudublin.ie::a7670cbf-2858-406c-800f-dc2033b6afe5" providerId="AD" clId="Web-{397ACC3C-1CB5-92C1-F6B8-234F1D6DC33A}" dt="2025-11-07T15:14:57.157" v="1"/>
          <ac:spMkLst>
            <pc:docMk/>
            <pc:sldMk cId="464247043" sldId="261"/>
            <ac:spMk id="4" creationId="{EFE54B63-CED3-7E09-FEC6-5A7838E44A7E}"/>
          </ac:spMkLst>
        </pc:spChg>
      </pc:sldChg>
      <pc:sldChg chg="addSp modSp">
        <pc:chgData name="B00144334 Joshua Geoghegan" userId="S::b00144334@mytudublin.ie::a7670cbf-2858-406c-800f-dc2033b6afe5" providerId="AD" clId="Web-{397ACC3C-1CB5-92C1-F6B8-234F1D6DC33A}" dt="2025-11-07T15:14:57.157" v="1"/>
        <pc:sldMkLst>
          <pc:docMk/>
          <pc:sldMk cId="778061113" sldId="263"/>
        </pc:sldMkLst>
        <pc:spChg chg="add mod">
          <ac:chgData name="B00144334 Joshua Geoghegan" userId="S::b00144334@mytudublin.ie::a7670cbf-2858-406c-800f-dc2033b6afe5" providerId="AD" clId="Web-{397ACC3C-1CB5-92C1-F6B8-234F1D6DC33A}" dt="2025-11-07T15:14:57.157" v="1"/>
          <ac:spMkLst>
            <pc:docMk/>
            <pc:sldMk cId="778061113" sldId="263"/>
            <ac:spMk id="4" creationId="{1385202A-488C-76DD-1CB7-08E33A2FF4C6}"/>
          </ac:spMkLst>
        </pc:spChg>
      </pc:sldChg>
      <pc:sldChg chg="addSp delSp modSp new mod setBg">
        <pc:chgData name="B00144334 Joshua Geoghegan" userId="S::b00144334@mytudublin.ie::a7670cbf-2858-406c-800f-dc2033b6afe5" providerId="AD" clId="Web-{397ACC3C-1CB5-92C1-F6B8-234F1D6DC33A}" dt="2025-11-07T18:06:38.848" v="78" actId="1076"/>
        <pc:sldMkLst>
          <pc:docMk/>
          <pc:sldMk cId="190023261" sldId="264"/>
        </pc:sldMkLst>
        <pc:spChg chg="mod">
          <ac:chgData name="B00144334 Joshua Geoghegan" userId="S::b00144334@mytudublin.ie::a7670cbf-2858-406c-800f-dc2033b6afe5" providerId="AD" clId="Web-{397ACC3C-1CB5-92C1-F6B8-234F1D6DC33A}" dt="2025-11-07T18:05:50.080" v="71"/>
          <ac:spMkLst>
            <pc:docMk/>
            <pc:sldMk cId="190023261" sldId="264"/>
            <ac:spMk id="2" creationId="{D524F633-19E6-94AA-9268-E6DC79D335EF}"/>
          </ac:spMkLst>
        </pc:spChg>
        <pc:spChg chg="add del mod">
          <ac:chgData name="B00144334 Joshua Geoghegan" userId="S::b00144334@mytudublin.ie::a7670cbf-2858-406c-800f-dc2033b6afe5" providerId="AD" clId="Web-{397ACC3C-1CB5-92C1-F6B8-234F1D6DC33A}" dt="2025-11-07T18:06:38.848" v="78" actId="1076"/>
          <ac:spMkLst>
            <pc:docMk/>
            <pc:sldMk cId="190023261" sldId="264"/>
            <ac:spMk id="3" creationId="{0BEF15A4-06B9-DE04-8BBA-30F04A6092E4}"/>
          </ac:spMkLst>
        </pc:spChg>
        <pc:spChg chg="mod">
          <ac:chgData name="B00144334 Joshua Geoghegan" userId="S::b00144334@mytudublin.ie::a7670cbf-2858-406c-800f-dc2033b6afe5" providerId="AD" clId="Web-{397ACC3C-1CB5-92C1-F6B8-234F1D6DC33A}" dt="2025-11-07T18:05:50.080" v="71"/>
          <ac:spMkLst>
            <pc:docMk/>
            <pc:sldMk cId="190023261" sldId="264"/>
            <ac:spMk id="4" creationId="{10D684A8-1F99-CA88-67AD-5E76A338A27A}"/>
          </ac:spMkLst>
        </pc:spChg>
      </pc:sldChg>
      <pc:sldChg chg="modSp new">
        <pc:chgData name="B00144334 Joshua Geoghegan" userId="S::b00144334@mytudublin.ie::a7670cbf-2858-406c-800f-dc2033b6afe5" providerId="AD" clId="Web-{397ACC3C-1CB5-92C1-F6B8-234F1D6DC33A}" dt="2025-11-07T18:17:43.619" v="84" actId="20577"/>
        <pc:sldMkLst>
          <pc:docMk/>
          <pc:sldMk cId="423811995" sldId="265"/>
        </pc:sldMkLst>
        <pc:spChg chg="mod">
          <ac:chgData name="B00144334 Joshua Geoghegan" userId="S::b00144334@mytudublin.ie::a7670cbf-2858-406c-800f-dc2033b6afe5" providerId="AD" clId="Web-{397ACC3C-1CB5-92C1-F6B8-234F1D6DC33A}" dt="2025-11-07T18:17:43.619" v="84" actId="20577"/>
          <ac:spMkLst>
            <pc:docMk/>
            <pc:sldMk cId="423811995" sldId="265"/>
            <ac:spMk id="2" creationId="{FF829E64-2B79-CEEC-868B-35653908B531}"/>
          </ac:spMkLst>
        </pc:spChg>
      </pc:sldChg>
    </pc:docChg>
  </pc:docChgLst>
  <pc:docChgLst>
    <pc:chgData name="B00144334 Joshua Geoghegan" userId="S::b00144334@mytudublin.ie::a7670cbf-2858-406c-800f-dc2033b6afe5" providerId="AD" clId="Web-{E1A8617E-69F2-19AE-2A91-27ADFF76650F}"/>
    <pc:docChg chg="modSld">
      <pc:chgData name="B00144334 Joshua Geoghegan" userId="S::b00144334@mytudublin.ie::a7670cbf-2858-406c-800f-dc2033b6afe5" providerId="AD" clId="Web-{E1A8617E-69F2-19AE-2A91-27ADFF76650F}" dt="2025-11-11T09:38:58.119" v="0" actId="20577"/>
      <pc:docMkLst>
        <pc:docMk/>
      </pc:docMkLst>
      <pc:sldChg chg="modSp">
        <pc:chgData name="B00144334 Joshua Geoghegan" userId="S::b00144334@mytudublin.ie::a7670cbf-2858-406c-800f-dc2033b6afe5" providerId="AD" clId="Web-{E1A8617E-69F2-19AE-2A91-27ADFF76650F}" dt="2025-11-11T09:38:58.119" v="0" actId="20577"/>
        <pc:sldMkLst>
          <pc:docMk/>
          <pc:sldMk cId="1757656798" sldId="259"/>
        </pc:sldMkLst>
        <pc:spChg chg="mod">
          <ac:chgData name="B00144334 Joshua Geoghegan" userId="S::b00144334@mytudublin.ie::a7670cbf-2858-406c-800f-dc2033b6afe5" providerId="AD" clId="Web-{E1A8617E-69F2-19AE-2A91-27ADFF76650F}" dt="2025-11-11T09:38:58.119" v="0" actId="20577"/>
          <ac:spMkLst>
            <pc:docMk/>
            <pc:sldMk cId="1757656798" sldId="259"/>
            <ac:spMk id="17" creationId="{775C4521-5559-0974-AB32-DB54F5EA5626}"/>
          </ac:spMkLst>
        </pc:spChg>
      </pc:sldChg>
    </pc:docChg>
  </pc:docChgLst>
  <pc:docChgLst>
    <pc:chgData clId="Web-{E1A8617E-69F2-19AE-2A91-27ADFF76650F}"/>
    <pc:docChg chg="modSld">
      <pc:chgData name="" userId="" providerId="" clId="Web-{E1A8617E-69F2-19AE-2A91-27ADFF76650F}" dt="2025-11-11T09:38:50.260" v="2" actId="20577"/>
      <pc:docMkLst>
        <pc:docMk/>
      </pc:docMkLst>
      <pc:sldChg chg="modSp">
        <pc:chgData name="" userId="" providerId="" clId="Web-{E1A8617E-69F2-19AE-2A91-27ADFF76650F}" dt="2025-11-11T09:38:50.260" v="2" actId="20577"/>
        <pc:sldMkLst>
          <pc:docMk/>
          <pc:sldMk cId="1757656798" sldId="259"/>
        </pc:sldMkLst>
        <pc:spChg chg="mod">
          <ac:chgData name="" userId="" providerId="" clId="Web-{E1A8617E-69F2-19AE-2A91-27ADFF76650F}" dt="2025-11-11T09:38:50.260" v="2" actId="20577"/>
          <ac:spMkLst>
            <pc:docMk/>
            <pc:sldMk cId="1757656798" sldId="259"/>
            <ac:spMk id="17" creationId="{775C4521-5559-0974-AB32-DB54F5EA5626}"/>
          </ac:spMkLst>
        </pc:spChg>
      </pc:sldChg>
    </pc:docChg>
  </pc:docChgLst>
</pc:chgInfo>
</file>

<file path=ppt/comments/modernComment_10B_FB28403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3BE0F1-B1B4-4E82-B794-8174C1A707EC}" authorId="{5D1EC4BA-42CC-205A-1F7C-CE77627E6BE1}" created="2025-11-10T13:56:28.538">
    <pc:sldMkLst xmlns:pc="http://schemas.microsoft.com/office/powerpoint/2013/main/command">
      <pc:docMk/>
      <pc:sldMk cId="4213719094" sldId="267"/>
    </pc:sldMkLst>
    <p188:txBody>
      <a:bodyPr/>
      <a:lstStyle/>
      <a:p>
        <a:r>
          <a:rPr lang="en-US"/>
          <a:t> [1] “Hurley and Sliotar” Irish Examiner, Jul. 20 2023. Available: https://www.irishexaminer.com/news/arid-41187544.html. [Accessed: Nov. 10 2025]</a:t>
        </a:r>
      </a:p>
    </p188:txBody>
  </p188:cm>
</p188:cmLst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A4B9AA4-CEAB-4737-BE1E-6B7B670A33AE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B321D1A-4200-436E-9CEC-8B6045D549B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Design and build a hurley-mounted wireless sensor to detect strikes.</a:t>
          </a:r>
        </a:p>
      </dgm:t>
    </dgm:pt>
    <dgm:pt modelId="{2751D657-F826-4C5C-AFDA-647CFEA2C180}" type="parTrans" cxnId="{CF31A30E-69E9-46EA-8765-6A6678369E61}">
      <dgm:prSet/>
      <dgm:spPr/>
      <dgm:t>
        <a:bodyPr/>
        <a:lstStyle/>
        <a:p>
          <a:endParaRPr lang="en-US"/>
        </a:p>
      </dgm:t>
    </dgm:pt>
    <dgm:pt modelId="{70A93CB7-5351-414D-96DD-6E97F75C602C}" type="sibTrans" cxnId="{CF31A30E-69E9-46EA-8765-6A6678369E61}">
      <dgm:prSet/>
      <dgm:spPr/>
      <dgm:t>
        <a:bodyPr/>
        <a:lstStyle/>
        <a:p>
          <a:endParaRPr lang="en-US"/>
        </a:p>
      </dgm:t>
    </dgm:pt>
    <dgm:pt modelId="{479E96E8-D410-49EB-8594-DFA24127360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an IMU (BMI160) to measure swing motion and orientation.</a:t>
          </a:r>
        </a:p>
      </dgm:t>
    </dgm:pt>
    <dgm:pt modelId="{B6113A13-BEB3-4023-9FE4-2F70FEC73F65}" type="parTrans" cxnId="{38D7C169-2F11-4B75-A1EE-ACC7ACBACA24}">
      <dgm:prSet/>
      <dgm:spPr/>
      <dgm:t>
        <a:bodyPr/>
        <a:lstStyle/>
        <a:p>
          <a:endParaRPr lang="en-US"/>
        </a:p>
      </dgm:t>
    </dgm:pt>
    <dgm:pt modelId="{E651BBD0-7236-4C7F-8FA6-32272DED05DC}" type="sibTrans" cxnId="{38D7C169-2F11-4B75-A1EE-ACC7ACBACA24}">
      <dgm:prSet/>
      <dgm:spPr/>
      <dgm:t>
        <a:bodyPr/>
        <a:lstStyle/>
        <a:p>
          <a:endParaRPr lang="en-US"/>
        </a:p>
      </dgm:t>
    </dgm:pt>
    <dgm:pt modelId="{9DD9E2B8-CE1E-4CE8-818B-49DC70513FE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Use an</a:t>
          </a:r>
          <a:r>
            <a:rPr lang="en-US" dirty="0">
              <a:latin typeface="Aptos Display" panose="020F0302020204030204"/>
            </a:rPr>
            <a:t> </a:t>
          </a:r>
          <a:r>
            <a:rPr lang="en-US" dirty="0"/>
            <a:t>piezoelectric </a:t>
          </a:r>
          <a:r>
            <a:rPr lang="en-US" dirty="0">
              <a:latin typeface="Aptos Display" panose="020F0302020204030204"/>
            </a:rPr>
            <a:t>sensor </a:t>
          </a:r>
          <a:r>
            <a:rPr lang="en-US" dirty="0"/>
            <a:t>to detect physical contact/impact events.</a:t>
          </a:r>
        </a:p>
      </dgm:t>
    </dgm:pt>
    <dgm:pt modelId="{BB2A7303-7565-42BD-8BA3-315322F41D91}" type="parTrans" cxnId="{04F6A4D2-B08A-450E-9C60-488CBEFC975B}">
      <dgm:prSet/>
      <dgm:spPr/>
      <dgm:t>
        <a:bodyPr/>
        <a:lstStyle/>
        <a:p>
          <a:endParaRPr lang="en-US"/>
        </a:p>
      </dgm:t>
    </dgm:pt>
    <dgm:pt modelId="{F4C7DD1A-AE94-45A3-ACB2-16A5CFDDED74}" type="sibTrans" cxnId="{04F6A4D2-B08A-450E-9C60-488CBEFC975B}">
      <dgm:prSet/>
      <dgm:spPr/>
      <dgm:t>
        <a:bodyPr/>
        <a:lstStyle/>
        <a:p>
          <a:endParaRPr lang="en-US"/>
        </a:p>
      </dgm:t>
    </dgm:pt>
    <dgm:pt modelId="{83D367D9-58B4-4281-BB25-1A930DE2BC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Transmit data wirelessly to a mobile app using Bluetooth Low Energy (BLE).</a:t>
          </a:r>
        </a:p>
      </dgm:t>
    </dgm:pt>
    <dgm:pt modelId="{2B5D246C-A242-47DD-8F36-AA3F50E2DCEE}" type="parTrans" cxnId="{4FF39714-11E0-448A-8F1C-0ADE23F662ED}">
      <dgm:prSet/>
      <dgm:spPr/>
      <dgm:t>
        <a:bodyPr/>
        <a:lstStyle/>
        <a:p>
          <a:endParaRPr lang="en-US"/>
        </a:p>
      </dgm:t>
    </dgm:pt>
    <dgm:pt modelId="{F3DC4F9D-0963-4E8C-B43C-1956DE39361D}" type="sibTrans" cxnId="{4FF39714-11E0-448A-8F1C-0ADE23F662ED}">
      <dgm:prSet/>
      <dgm:spPr/>
      <dgm:t>
        <a:bodyPr/>
        <a:lstStyle/>
        <a:p>
          <a:endParaRPr lang="en-US"/>
        </a:p>
      </dgm:t>
    </dgm:pt>
    <dgm:pt modelId="{02977212-F2C7-463A-AF9C-7F7595DD68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Log and visualize strike counts and activity levels.</a:t>
          </a:r>
        </a:p>
      </dgm:t>
    </dgm:pt>
    <dgm:pt modelId="{DEFC0DA7-C66E-43DA-8A84-D43810B2C74F}" type="parTrans" cxnId="{EAFAB78C-647C-4189-BC7C-2BEFAE95217A}">
      <dgm:prSet/>
      <dgm:spPr/>
      <dgm:t>
        <a:bodyPr/>
        <a:lstStyle/>
        <a:p>
          <a:endParaRPr lang="en-US"/>
        </a:p>
      </dgm:t>
    </dgm:pt>
    <dgm:pt modelId="{3098E3CC-2AE0-49EE-8446-B14EAB5162A1}" type="sibTrans" cxnId="{EAFAB78C-647C-4189-BC7C-2BEFAE95217A}">
      <dgm:prSet/>
      <dgm:spPr/>
      <dgm:t>
        <a:bodyPr/>
        <a:lstStyle/>
        <a:p>
          <a:endParaRPr lang="en-US"/>
        </a:p>
      </dgm:t>
    </dgm:pt>
    <dgm:pt modelId="{53A58E8F-2593-4455-B624-D609408594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Evaluate the system’s accuracy and reliability during real strikes.</a:t>
          </a:r>
        </a:p>
      </dgm:t>
    </dgm:pt>
    <dgm:pt modelId="{4A51C1DC-9F15-477B-A09B-39AEF98D6DAC}" type="parTrans" cxnId="{F0EF5230-D66A-4705-A4EB-1A13D90BBA95}">
      <dgm:prSet/>
      <dgm:spPr/>
      <dgm:t>
        <a:bodyPr/>
        <a:lstStyle/>
        <a:p>
          <a:endParaRPr lang="en-US"/>
        </a:p>
      </dgm:t>
    </dgm:pt>
    <dgm:pt modelId="{54E9C733-F529-4A09-9002-BB1E13E71532}" type="sibTrans" cxnId="{F0EF5230-D66A-4705-A4EB-1A13D90BBA95}">
      <dgm:prSet/>
      <dgm:spPr/>
      <dgm:t>
        <a:bodyPr/>
        <a:lstStyle/>
        <a:p>
          <a:endParaRPr lang="en-US"/>
        </a:p>
      </dgm:t>
    </dgm:pt>
    <dgm:pt modelId="{770861F1-B578-41CB-B616-B5C42D308ADC}" type="pres">
      <dgm:prSet presAssocID="{6A4B9AA4-CEAB-4737-BE1E-6B7B670A33AE}" presName="root" presStyleCnt="0">
        <dgm:presLayoutVars>
          <dgm:dir/>
          <dgm:resizeHandles val="exact"/>
        </dgm:presLayoutVars>
      </dgm:prSet>
      <dgm:spPr/>
    </dgm:pt>
    <dgm:pt modelId="{A8968058-8D90-4670-968E-7EA9C4C6BA49}" type="pres">
      <dgm:prSet presAssocID="{9B321D1A-4200-436E-9CEC-8B6045D549B9}" presName="compNode" presStyleCnt="0"/>
      <dgm:spPr/>
    </dgm:pt>
    <dgm:pt modelId="{63801AB0-3DBE-436D-A8FF-76D03C02C5EA}" type="pres">
      <dgm:prSet presAssocID="{9B321D1A-4200-436E-9CEC-8B6045D549B9}" presName="bgRect" presStyleLbl="bgShp" presStyleIdx="0" presStyleCnt="6"/>
      <dgm:spPr/>
    </dgm:pt>
    <dgm:pt modelId="{A539368B-AC51-4161-9257-CD84E096ADFC}" type="pres">
      <dgm:prSet presAssocID="{9B321D1A-4200-436E-9CEC-8B6045D549B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ream"/>
        </a:ext>
      </dgm:extLst>
    </dgm:pt>
    <dgm:pt modelId="{DC800566-F505-4003-84DF-2AF843F0C42E}" type="pres">
      <dgm:prSet presAssocID="{9B321D1A-4200-436E-9CEC-8B6045D549B9}" presName="spaceRect" presStyleCnt="0"/>
      <dgm:spPr/>
    </dgm:pt>
    <dgm:pt modelId="{EB7956E9-0881-4F10-968D-4158FC760CC9}" type="pres">
      <dgm:prSet presAssocID="{9B321D1A-4200-436E-9CEC-8B6045D549B9}" presName="parTx" presStyleLbl="revTx" presStyleIdx="0" presStyleCnt="6">
        <dgm:presLayoutVars>
          <dgm:chMax val="0"/>
          <dgm:chPref val="0"/>
        </dgm:presLayoutVars>
      </dgm:prSet>
      <dgm:spPr/>
    </dgm:pt>
    <dgm:pt modelId="{43C0CE1C-651F-4208-9145-E483216FFCFE}" type="pres">
      <dgm:prSet presAssocID="{70A93CB7-5351-414D-96DD-6E97F75C602C}" presName="sibTrans" presStyleCnt="0"/>
      <dgm:spPr/>
    </dgm:pt>
    <dgm:pt modelId="{6043805A-925C-4A1C-9384-77F9CDD7F7CF}" type="pres">
      <dgm:prSet presAssocID="{479E96E8-D410-49EB-8594-DFA241273606}" presName="compNode" presStyleCnt="0"/>
      <dgm:spPr/>
    </dgm:pt>
    <dgm:pt modelId="{4988EC5D-D5DD-4A06-B958-AAC25DE875B1}" type="pres">
      <dgm:prSet presAssocID="{479E96E8-D410-49EB-8594-DFA241273606}" presName="bgRect" presStyleLbl="bgShp" presStyleIdx="1" presStyleCnt="6"/>
      <dgm:spPr/>
    </dgm:pt>
    <dgm:pt modelId="{BD844277-CF8F-4327-BD97-DBDACD038731}" type="pres">
      <dgm:prSet presAssocID="{479E96E8-D410-49EB-8594-DFA24127360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vron Arrows"/>
        </a:ext>
      </dgm:extLst>
    </dgm:pt>
    <dgm:pt modelId="{7A61A130-5CFF-4345-8B7E-8D07945C4EDC}" type="pres">
      <dgm:prSet presAssocID="{479E96E8-D410-49EB-8594-DFA241273606}" presName="spaceRect" presStyleCnt="0"/>
      <dgm:spPr/>
    </dgm:pt>
    <dgm:pt modelId="{140F72BE-C40F-4CEB-9030-8AAE16E8F9CB}" type="pres">
      <dgm:prSet presAssocID="{479E96E8-D410-49EB-8594-DFA241273606}" presName="parTx" presStyleLbl="revTx" presStyleIdx="1" presStyleCnt="6">
        <dgm:presLayoutVars>
          <dgm:chMax val="0"/>
          <dgm:chPref val="0"/>
        </dgm:presLayoutVars>
      </dgm:prSet>
      <dgm:spPr/>
    </dgm:pt>
    <dgm:pt modelId="{0362580D-80F4-4FE6-BFB2-80CEFC790015}" type="pres">
      <dgm:prSet presAssocID="{E651BBD0-7236-4C7F-8FA6-32272DED05DC}" presName="sibTrans" presStyleCnt="0"/>
      <dgm:spPr/>
    </dgm:pt>
    <dgm:pt modelId="{F56B3CF1-FCDE-4BFE-BC3A-525DACF7825E}" type="pres">
      <dgm:prSet presAssocID="{9DD9E2B8-CE1E-4CE8-818B-49DC70513FE6}" presName="compNode" presStyleCnt="0"/>
      <dgm:spPr/>
    </dgm:pt>
    <dgm:pt modelId="{63073EA9-B3AE-4844-9331-55AFFD54DC55}" type="pres">
      <dgm:prSet presAssocID="{9DD9E2B8-CE1E-4CE8-818B-49DC70513FE6}" presName="bgRect" presStyleLbl="bgShp" presStyleIdx="2" presStyleCnt="6"/>
      <dgm:spPr/>
    </dgm:pt>
    <dgm:pt modelId="{753117D1-E6F1-4E81-ABAA-15698EE42835}" type="pres">
      <dgm:prSet presAssocID="{9DD9E2B8-CE1E-4CE8-818B-49DC70513FE6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39FF186D-0EB7-4572-8CB4-DF8AD1517146}" type="pres">
      <dgm:prSet presAssocID="{9DD9E2B8-CE1E-4CE8-818B-49DC70513FE6}" presName="spaceRect" presStyleCnt="0"/>
      <dgm:spPr/>
    </dgm:pt>
    <dgm:pt modelId="{691AEF04-04ED-400C-9029-64DDDA09A1E9}" type="pres">
      <dgm:prSet presAssocID="{9DD9E2B8-CE1E-4CE8-818B-49DC70513FE6}" presName="parTx" presStyleLbl="revTx" presStyleIdx="2" presStyleCnt="6">
        <dgm:presLayoutVars>
          <dgm:chMax val="0"/>
          <dgm:chPref val="0"/>
        </dgm:presLayoutVars>
      </dgm:prSet>
      <dgm:spPr/>
    </dgm:pt>
    <dgm:pt modelId="{BDB790AE-155A-4E07-8BFA-3476921F8000}" type="pres">
      <dgm:prSet presAssocID="{F4C7DD1A-AE94-45A3-ACB2-16A5CFDDED74}" presName="sibTrans" presStyleCnt="0"/>
      <dgm:spPr/>
    </dgm:pt>
    <dgm:pt modelId="{E53F7656-EBB9-49F9-A03D-FE439AB30D09}" type="pres">
      <dgm:prSet presAssocID="{83D367D9-58B4-4281-BB25-1A930DE2BC1E}" presName="compNode" presStyleCnt="0"/>
      <dgm:spPr/>
    </dgm:pt>
    <dgm:pt modelId="{5922CA2E-B32A-461E-A73F-3D87C1D00461}" type="pres">
      <dgm:prSet presAssocID="{83D367D9-58B4-4281-BB25-1A930DE2BC1E}" presName="bgRect" presStyleLbl="bgShp" presStyleIdx="3" presStyleCnt="6"/>
      <dgm:spPr/>
    </dgm:pt>
    <dgm:pt modelId="{633D988F-9C66-46F1-A9E5-158B0DB95F1B}" type="pres">
      <dgm:prSet presAssocID="{83D367D9-58B4-4281-BB25-1A930DE2BC1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uetooth"/>
        </a:ext>
      </dgm:extLst>
    </dgm:pt>
    <dgm:pt modelId="{7EDB65C5-67C2-42B5-8281-C144CCB23FA8}" type="pres">
      <dgm:prSet presAssocID="{83D367D9-58B4-4281-BB25-1A930DE2BC1E}" presName="spaceRect" presStyleCnt="0"/>
      <dgm:spPr/>
    </dgm:pt>
    <dgm:pt modelId="{2971CBA6-E7C3-46DE-A9AD-DE46B9DEC37A}" type="pres">
      <dgm:prSet presAssocID="{83D367D9-58B4-4281-BB25-1A930DE2BC1E}" presName="parTx" presStyleLbl="revTx" presStyleIdx="3" presStyleCnt="6">
        <dgm:presLayoutVars>
          <dgm:chMax val="0"/>
          <dgm:chPref val="0"/>
        </dgm:presLayoutVars>
      </dgm:prSet>
      <dgm:spPr/>
    </dgm:pt>
    <dgm:pt modelId="{C96781AC-00D0-49B5-9765-3D611E85665C}" type="pres">
      <dgm:prSet presAssocID="{F3DC4F9D-0963-4E8C-B43C-1956DE39361D}" presName="sibTrans" presStyleCnt="0"/>
      <dgm:spPr/>
    </dgm:pt>
    <dgm:pt modelId="{A7986CCB-5C84-41F0-8D0E-6624BA5E7524}" type="pres">
      <dgm:prSet presAssocID="{02977212-F2C7-463A-AF9C-7F7595DD6867}" presName="compNode" presStyleCnt="0"/>
      <dgm:spPr/>
    </dgm:pt>
    <dgm:pt modelId="{C762E8A9-8BDA-450C-AB6B-67C09E66DA20}" type="pres">
      <dgm:prSet presAssocID="{02977212-F2C7-463A-AF9C-7F7595DD6867}" presName="bgRect" presStyleLbl="bgShp" presStyleIdx="4" presStyleCnt="6"/>
      <dgm:spPr/>
    </dgm:pt>
    <dgm:pt modelId="{60EC1419-3CE3-4385-B06A-BCB69C9BCBB1}" type="pres">
      <dgm:prSet presAssocID="{02977212-F2C7-463A-AF9C-7F7595DD6867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AC7F019-8DEC-4A63-997A-39C6FE2C811A}" type="pres">
      <dgm:prSet presAssocID="{02977212-F2C7-463A-AF9C-7F7595DD6867}" presName="spaceRect" presStyleCnt="0"/>
      <dgm:spPr/>
    </dgm:pt>
    <dgm:pt modelId="{51F09A4A-F516-4262-82CC-8064CB7245CC}" type="pres">
      <dgm:prSet presAssocID="{02977212-F2C7-463A-AF9C-7F7595DD6867}" presName="parTx" presStyleLbl="revTx" presStyleIdx="4" presStyleCnt="6">
        <dgm:presLayoutVars>
          <dgm:chMax val="0"/>
          <dgm:chPref val="0"/>
        </dgm:presLayoutVars>
      </dgm:prSet>
      <dgm:spPr/>
    </dgm:pt>
    <dgm:pt modelId="{13804E60-C2FF-4CAB-8B3C-FA652CD0B551}" type="pres">
      <dgm:prSet presAssocID="{3098E3CC-2AE0-49EE-8446-B14EAB5162A1}" presName="sibTrans" presStyleCnt="0"/>
      <dgm:spPr/>
    </dgm:pt>
    <dgm:pt modelId="{91545C15-1EAC-4CE9-A358-617CB7F5BA4C}" type="pres">
      <dgm:prSet presAssocID="{53A58E8F-2593-4455-B624-D60940859430}" presName="compNode" presStyleCnt="0"/>
      <dgm:spPr/>
    </dgm:pt>
    <dgm:pt modelId="{4E7583D7-9D16-46C7-8D4C-6200E4D30DE2}" type="pres">
      <dgm:prSet presAssocID="{53A58E8F-2593-4455-B624-D60940859430}" presName="bgRect" presStyleLbl="bgShp" presStyleIdx="5" presStyleCnt="6"/>
      <dgm:spPr/>
    </dgm:pt>
    <dgm:pt modelId="{01E9A25E-1823-49C6-9936-FB47A397940B}" type="pres">
      <dgm:prSet presAssocID="{53A58E8F-2593-4455-B624-D60940859430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007BE7B0-4807-4D94-9CA7-57A35825E409}" type="pres">
      <dgm:prSet presAssocID="{53A58E8F-2593-4455-B624-D60940859430}" presName="spaceRect" presStyleCnt="0"/>
      <dgm:spPr/>
    </dgm:pt>
    <dgm:pt modelId="{51473183-6840-4AD1-8CEA-2AE005B4664E}" type="pres">
      <dgm:prSet presAssocID="{53A58E8F-2593-4455-B624-D60940859430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04CA8A0A-B5F7-43A3-9442-CA902B265B0B}" type="presOf" srcId="{02977212-F2C7-463A-AF9C-7F7595DD6867}" destId="{51F09A4A-F516-4262-82CC-8064CB7245CC}" srcOrd="0" destOrd="0" presId="urn:microsoft.com/office/officeart/2018/2/layout/IconVerticalSolidList"/>
    <dgm:cxn modelId="{CF31A30E-69E9-46EA-8765-6A6678369E61}" srcId="{6A4B9AA4-CEAB-4737-BE1E-6B7B670A33AE}" destId="{9B321D1A-4200-436E-9CEC-8B6045D549B9}" srcOrd="0" destOrd="0" parTransId="{2751D657-F826-4C5C-AFDA-647CFEA2C180}" sibTransId="{70A93CB7-5351-414D-96DD-6E97F75C602C}"/>
    <dgm:cxn modelId="{4FF39714-11E0-448A-8F1C-0ADE23F662ED}" srcId="{6A4B9AA4-CEAB-4737-BE1E-6B7B670A33AE}" destId="{83D367D9-58B4-4281-BB25-1A930DE2BC1E}" srcOrd="3" destOrd="0" parTransId="{2B5D246C-A242-47DD-8F36-AA3F50E2DCEE}" sibTransId="{F3DC4F9D-0963-4E8C-B43C-1956DE39361D}"/>
    <dgm:cxn modelId="{2657C425-5CFB-41D0-A1DF-E19FD17E0242}" type="presOf" srcId="{6A4B9AA4-CEAB-4737-BE1E-6B7B670A33AE}" destId="{770861F1-B578-41CB-B616-B5C42D308ADC}" srcOrd="0" destOrd="0" presId="urn:microsoft.com/office/officeart/2018/2/layout/IconVerticalSolidList"/>
    <dgm:cxn modelId="{ADFD0026-0F8A-4444-BE6E-0A2770C68574}" type="presOf" srcId="{479E96E8-D410-49EB-8594-DFA241273606}" destId="{140F72BE-C40F-4CEB-9030-8AAE16E8F9CB}" srcOrd="0" destOrd="0" presId="urn:microsoft.com/office/officeart/2018/2/layout/IconVerticalSolidList"/>
    <dgm:cxn modelId="{F0EF5230-D66A-4705-A4EB-1A13D90BBA95}" srcId="{6A4B9AA4-CEAB-4737-BE1E-6B7B670A33AE}" destId="{53A58E8F-2593-4455-B624-D60940859430}" srcOrd="5" destOrd="0" parTransId="{4A51C1DC-9F15-477B-A09B-39AEF98D6DAC}" sibTransId="{54E9C733-F529-4A09-9002-BB1E13E71532}"/>
    <dgm:cxn modelId="{84DFFD62-580F-4D28-9D05-30456CCB5DE8}" type="presOf" srcId="{83D367D9-58B4-4281-BB25-1A930DE2BC1E}" destId="{2971CBA6-E7C3-46DE-A9AD-DE46B9DEC37A}" srcOrd="0" destOrd="0" presId="urn:microsoft.com/office/officeart/2018/2/layout/IconVerticalSolidList"/>
    <dgm:cxn modelId="{38D7C169-2F11-4B75-A1EE-ACC7ACBACA24}" srcId="{6A4B9AA4-CEAB-4737-BE1E-6B7B670A33AE}" destId="{479E96E8-D410-49EB-8594-DFA241273606}" srcOrd="1" destOrd="0" parTransId="{B6113A13-BEB3-4023-9FE4-2F70FEC73F65}" sibTransId="{E651BBD0-7236-4C7F-8FA6-32272DED05DC}"/>
    <dgm:cxn modelId="{BDB6C04B-11DA-4711-BE73-C8E63BAE5775}" type="presOf" srcId="{9B321D1A-4200-436E-9CEC-8B6045D549B9}" destId="{EB7956E9-0881-4F10-968D-4158FC760CC9}" srcOrd="0" destOrd="0" presId="urn:microsoft.com/office/officeart/2018/2/layout/IconVerticalSolidList"/>
    <dgm:cxn modelId="{956AB472-0F19-42D1-B64A-A6DD1C4B8740}" type="presOf" srcId="{9DD9E2B8-CE1E-4CE8-818B-49DC70513FE6}" destId="{691AEF04-04ED-400C-9029-64DDDA09A1E9}" srcOrd="0" destOrd="0" presId="urn:microsoft.com/office/officeart/2018/2/layout/IconVerticalSolidList"/>
    <dgm:cxn modelId="{EAFAB78C-647C-4189-BC7C-2BEFAE95217A}" srcId="{6A4B9AA4-CEAB-4737-BE1E-6B7B670A33AE}" destId="{02977212-F2C7-463A-AF9C-7F7595DD6867}" srcOrd="4" destOrd="0" parTransId="{DEFC0DA7-C66E-43DA-8A84-D43810B2C74F}" sibTransId="{3098E3CC-2AE0-49EE-8446-B14EAB5162A1}"/>
    <dgm:cxn modelId="{04F6A4D2-B08A-450E-9C60-488CBEFC975B}" srcId="{6A4B9AA4-CEAB-4737-BE1E-6B7B670A33AE}" destId="{9DD9E2B8-CE1E-4CE8-818B-49DC70513FE6}" srcOrd="2" destOrd="0" parTransId="{BB2A7303-7565-42BD-8BA3-315322F41D91}" sibTransId="{F4C7DD1A-AE94-45A3-ACB2-16A5CFDDED74}"/>
    <dgm:cxn modelId="{4ADD0EE3-8F4C-408F-B221-F23050480F21}" type="presOf" srcId="{53A58E8F-2593-4455-B624-D60940859430}" destId="{51473183-6840-4AD1-8CEA-2AE005B4664E}" srcOrd="0" destOrd="0" presId="urn:microsoft.com/office/officeart/2018/2/layout/IconVerticalSolidList"/>
    <dgm:cxn modelId="{59E9209D-1A8C-4D98-BADC-7530650F08F8}" type="presParOf" srcId="{770861F1-B578-41CB-B616-B5C42D308ADC}" destId="{A8968058-8D90-4670-968E-7EA9C4C6BA49}" srcOrd="0" destOrd="0" presId="urn:microsoft.com/office/officeart/2018/2/layout/IconVerticalSolidList"/>
    <dgm:cxn modelId="{639826D4-25E1-4C04-87B4-173E02103761}" type="presParOf" srcId="{A8968058-8D90-4670-968E-7EA9C4C6BA49}" destId="{63801AB0-3DBE-436D-A8FF-76D03C02C5EA}" srcOrd="0" destOrd="0" presId="urn:microsoft.com/office/officeart/2018/2/layout/IconVerticalSolidList"/>
    <dgm:cxn modelId="{78F0D90D-038E-4728-9396-C573D75D3923}" type="presParOf" srcId="{A8968058-8D90-4670-968E-7EA9C4C6BA49}" destId="{A539368B-AC51-4161-9257-CD84E096ADFC}" srcOrd="1" destOrd="0" presId="urn:microsoft.com/office/officeart/2018/2/layout/IconVerticalSolidList"/>
    <dgm:cxn modelId="{6F124F91-1B14-4D21-A457-943E4BA01E06}" type="presParOf" srcId="{A8968058-8D90-4670-968E-7EA9C4C6BA49}" destId="{DC800566-F505-4003-84DF-2AF843F0C42E}" srcOrd="2" destOrd="0" presId="urn:microsoft.com/office/officeart/2018/2/layout/IconVerticalSolidList"/>
    <dgm:cxn modelId="{839FEA26-D09A-4A36-BD2E-71A85A2B49BB}" type="presParOf" srcId="{A8968058-8D90-4670-968E-7EA9C4C6BA49}" destId="{EB7956E9-0881-4F10-968D-4158FC760CC9}" srcOrd="3" destOrd="0" presId="urn:microsoft.com/office/officeart/2018/2/layout/IconVerticalSolidList"/>
    <dgm:cxn modelId="{75ADE18B-5B73-4C98-B248-30789A4F0605}" type="presParOf" srcId="{770861F1-B578-41CB-B616-B5C42D308ADC}" destId="{43C0CE1C-651F-4208-9145-E483216FFCFE}" srcOrd="1" destOrd="0" presId="urn:microsoft.com/office/officeart/2018/2/layout/IconVerticalSolidList"/>
    <dgm:cxn modelId="{A7D59F38-15DE-4B71-93D7-434D5DD05AD1}" type="presParOf" srcId="{770861F1-B578-41CB-B616-B5C42D308ADC}" destId="{6043805A-925C-4A1C-9384-77F9CDD7F7CF}" srcOrd="2" destOrd="0" presId="urn:microsoft.com/office/officeart/2018/2/layout/IconVerticalSolidList"/>
    <dgm:cxn modelId="{A6059A9B-DB84-48FC-A05B-AE6B34118F90}" type="presParOf" srcId="{6043805A-925C-4A1C-9384-77F9CDD7F7CF}" destId="{4988EC5D-D5DD-4A06-B958-AAC25DE875B1}" srcOrd="0" destOrd="0" presId="urn:microsoft.com/office/officeart/2018/2/layout/IconVerticalSolidList"/>
    <dgm:cxn modelId="{6AD833E9-185D-474D-9411-DC089EF918D8}" type="presParOf" srcId="{6043805A-925C-4A1C-9384-77F9CDD7F7CF}" destId="{BD844277-CF8F-4327-BD97-DBDACD038731}" srcOrd="1" destOrd="0" presId="urn:microsoft.com/office/officeart/2018/2/layout/IconVerticalSolidList"/>
    <dgm:cxn modelId="{C01DB3F6-D8D5-475A-AE42-D47E592042E5}" type="presParOf" srcId="{6043805A-925C-4A1C-9384-77F9CDD7F7CF}" destId="{7A61A130-5CFF-4345-8B7E-8D07945C4EDC}" srcOrd="2" destOrd="0" presId="urn:microsoft.com/office/officeart/2018/2/layout/IconVerticalSolidList"/>
    <dgm:cxn modelId="{F2FD7FFE-5F5E-4867-B65B-E2FF75E9CAFC}" type="presParOf" srcId="{6043805A-925C-4A1C-9384-77F9CDD7F7CF}" destId="{140F72BE-C40F-4CEB-9030-8AAE16E8F9CB}" srcOrd="3" destOrd="0" presId="urn:microsoft.com/office/officeart/2018/2/layout/IconVerticalSolidList"/>
    <dgm:cxn modelId="{29A6770E-C30B-4195-88A9-9D0DA2B69A83}" type="presParOf" srcId="{770861F1-B578-41CB-B616-B5C42D308ADC}" destId="{0362580D-80F4-4FE6-BFB2-80CEFC790015}" srcOrd="3" destOrd="0" presId="urn:microsoft.com/office/officeart/2018/2/layout/IconVerticalSolidList"/>
    <dgm:cxn modelId="{B22E8000-CE53-4594-9AC5-7DA7D303DADA}" type="presParOf" srcId="{770861F1-B578-41CB-B616-B5C42D308ADC}" destId="{F56B3CF1-FCDE-4BFE-BC3A-525DACF7825E}" srcOrd="4" destOrd="0" presId="urn:microsoft.com/office/officeart/2018/2/layout/IconVerticalSolidList"/>
    <dgm:cxn modelId="{5DC44218-D04B-4246-BE37-9DFD353E8A7E}" type="presParOf" srcId="{F56B3CF1-FCDE-4BFE-BC3A-525DACF7825E}" destId="{63073EA9-B3AE-4844-9331-55AFFD54DC55}" srcOrd="0" destOrd="0" presId="urn:microsoft.com/office/officeart/2018/2/layout/IconVerticalSolidList"/>
    <dgm:cxn modelId="{616CBAF5-6130-41BD-A8F4-B3F5F047C933}" type="presParOf" srcId="{F56B3CF1-FCDE-4BFE-BC3A-525DACF7825E}" destId="{753117D1-E6F1-4E81-ABAA-15698EE42835}" srcOrd="1" destOrd="0" presId="urn:microsoft.com/office/officeart/2018/2/layout/IconVerticalSolidList"/>
    <dgm:cxn modelId="{82155F04-00C8-4E49-98B0-6C3F37D6A372}" type="presParOf" srcId="{F56B3CF1-FCDE-4BFE-BC3A-525DACF7825E}" destId="{39FF186D-0EB7-4572-8CB4-DF8AD1517146}" srcOrd="2" destOrd="0" presId="urn:microsoft.com/office/officeart/2018/2/layout/IconVerticalSolidList"/>
    <dgm:cxn modelId="{15C38FC2-CB80-4C11-A878-A8D1982FFDE8}" type="presParOf" srcId="{F56B3CF1-FCDE-4BFE-BC3A-525DACF7825E}" destId="{691AEF04-04ED-400C-9029-64DDDA09A1E9}" srcOrd="3" destOrd="0" presId="urn:microsoft.com/office/officeart/2018/2/layout/IconVerticalSolidList"/>
    <dgm:cxn modelId="{2B9987B1-DACF-4283-97BE-B5BF5B520658}" type="presParOf" srcId="{770861F1-B578-41CB-B616-B5C42D308ADC}" destId="{BDB790AE-155A-4E07-8BFA-3476921F8000}" srcOrd="5" destOrd="0" presId="urn:microsoft.com/office/officeart/2018/2/layout/IconVerticalSolidList"/>
    <dgm:cxn modelId="{FDE069C7-85BA-46E2-9703-2D7E7AF11C71}" type="presParOf" srcId="{770861F1-B578-41CB-B616-B5C42D308ADC}" destId="{E53F7656-EBB9-49F9-A03D-FE439AB30D09}" srcOrd="6" destOrd="0" presId="urn:microsoft.com/office/officeart/2018/2/layout/IconVerticalSolidList"/>
    <dgm:cxn modelId="{BC42ED24-BDDB-4F55-B507-1A450D4D7223}" type="presParOf" srcId="{E53F7656-EBB9-49F9-A03D-FE439AB30D09}" destId="{5922CA2E-B32A-461E-A73F-3D87C1D00461}" srcOrd="0" destOrd="0" presId="urn:microsoft.com/office/officeart/2018/2/layout/IconVerticalSolidList"/>
    <dgm:cxn modelId="{EA2B6C9D-C1E5-4D07-A0F6-5A142E4F9A64}" type="presParOf" srcId="{E53F7656-EBB9-49F9-A03D-FE439AB30D09}" destId="{633D988F-9C66-46F1-A9E5-158B0DB95F1B}" srcOrd="1" destOrd="0" presId="urn:microsoft.com/office/officeart/2018/2/layout/IconVerticalSolidList"/>
    <dgm:cxn modelId="{AB490D06-D315-4C86-AA70-9D1EDC3E1C4F}" type="presParOf" srcId="{E53F7656-EBB9-49F9-A03D-FE439AB30D09}" destId="{7EDB65C5-67C2-42B5-8281-C144CCB23FA8}" srcOrd="2" destOrd="0" presId="urn:microsoft.com/office/officeart/2018/2/layout/IconVerticalSolidList"/>
    <dgm:cxn modelId="{80602BB5-87E6-4B96-A0EB-5C2AF39E7D54}" type="presParOf" srcId="{E53F7656-EBB9-49F9-A03D-FE439AB30D09}" destId="{2971CBA6-E7C3-46DE-A9AD-DE46B9DEC37A}" srcOrd="3" destOrd="0" presId="urn:microsoft.com/office/officeart/2018/2/layout/IconVerticalSolidList"/>
    <dgm:cxn modelId="{AD6B32B1-C128-4C37-841D-8784FB0E1CE9}" type="presParOf" srcId="{770861F1-B578-41CB-B616-B5C42D308ADC}" destId="{C96781AC-00D0-49B5-9765-3D611E85665C}" srcOrd="7" destOrd="0" presId="urn:microsoft.com/office/officeart/2018/2/layout/IconVerticalSolidList"/>
    <dgm:cxn modelId="{1D7468D9-43C5-4B03-99FD-DCDC56674809}" type="presParOf" srcId="{770861F1-B578-41CB-B616-B5C42D308ADC}" destId="{A7986CCB-5C84-41F0-8D0E-6624BA5E7524}" srcOrd="8" destOrd="0" presId="urn:microsoft.com/office/officeart/2018/2/layout/IconVerticalSolidList"/>
    <dgm:cxn modelId="{88EC0BA1-5810-4423-8F5B-3FD28E5F0646}" type="presParOf" srcId="{A7986CCB-5C84-41F0-8D0E-6624BA5E7524}" destId="{C762E8A9-8BDA-450C-AB6B-67C09E66DA20}" srcOrd="0" destOrd="0" presId="urn:microsoft.com/office/officeart/2018/2/layout/IconVerticalSolidList"/>
    <dgm:cxn modelId="{1AA6F8A5-1180-4BEA-B797-22F0DD41FBF6}" type="presParOf" srcId="{A7986CCB-5C84-41F0-8D0E-6624BA5E7524}" destId="{60EC1419-3CE3-4385-B06A-BCB69C9BCBB1}" srcOrd="1" destOrd="0" presId="urn:microsoft.com/office/officeart/2018/2/layout/IconVerticalSolidList"/>
    <dgm:cxn modelId="{A8A3590D-8F2F-4626-A46C-A808E0D5CF39}" type="presParOf" srcId="{A7986CCB-5C84-41F0-8D0E-6624BA5E7524}" destId="{2AC7F019-8DEC-4A63-997A-39C6FE2C811A}" srcOrd="2" destOrd="0" presId="urn:microsoft.com/office/officeart/2018/2/layout/IconVerticalSolidList"/>
    <dgm:cxn modelId="{89F007A8-25A8-432C-9620-9F4C68A96737}" type="presParOf" srcId="{A7986CCB-5C84-41F0-8D0E-6624BA5E7524}" destId="{51F09A4A-F516-4262-82CC-8064CB7245CC}" srcOrd="3" destOrd="0" presId="urn:microsoft.com/office/officeart/2018/2/layout/IconVerticalSolidList"/>
    <dgm:cxn modelId="{444585F6-D277-495B-B628-FCF6B1956F87}" type="presParOf" srcId="{770861F1-B578-41CB-B616-B5C42D308ADC}" destId="{13804E60-C2FF-4CAB-8B3C-FA652CD0B551}" srcOrd="9" destOrd="0" presId="urn:microsoft.com/office/officeart/2018/2/layout/IconVerticalSolidList"/>
    <dgm:cxn modelId="{8A273875-7460-4E72-AA12-34169454F61A}" type="presParOf" srcId="{770861F1-B578-41CB-B616-B5C42D308ADC}" destId="{91545C15-1EAC-4CE9-A358-617CB7F5BA4C}" srcOrd="10" destOrd="0" presId="urn:microsoft.com/office/officeart/2018/2/layout/IconVerticalSolidList"/>
    <dgm:cxn modelId="{D60FE0AB-206C-432C-85A4-294D60A9B9BD}" type="presParOf" srcId="{91545C15-1EAC-4CE9-A358-617CB7F5BA4C}" destId="{4E7583D7-9D16-46C7-8D4C-6200E4D30DE2}" srcOrd="0" destOrd="0" presId="urn:microsoft.com/office/officeart/2018/2/layout/IconVerticalSolidList"/>
    <dgm:cxn modelId="{DEF1687F-E71E-4AA0-A911-627C6212A01B}" type="presParOf" srcId="{91545C15-1EAC-4CE9-A358-617CB7F5BA4C}" destId="{01E9A25E-1823-49C6-9936-FB47A397940B}" srcOrd="1" destOrd="0" presId="urn:microsoft.com/office/officeart/2018/2/layout/IconVerticalSolidList"/>
    <dgm:cxn modelId="{DA89B9CE-3FC7-4894-B469-A46AAF6D586A}" type="presParOf" srcId="{91545C15-1EAC-4CE9-A358-617CB7F5BA4C}" destId="{007BE7B0-4807-4D94-9CA7-57A35825E409}" srcOrd="2" destOrd="0" presId="urn:microsoft.com/office/officeart/2018/2/layout/IconVerticalSolidList"/>
    <dgm:cxn modelId="{42CCC861-80BC-4C93-8952-B6D12D763F21}" type="presParOf" srcId="{91545C15-1EAC-4CE9-A358-617CB7F5BA4C}" destId="{51473183-6840-4AD1-8CEA-2AE005B4664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801AB0-3DBE-436D-A8FF-76D03C02C5EA}">
      <dsp:nvSpPr>
        <dsp:cNvPr id="0" name=""/>
        <dsp:cNvSpPr/>
      </dsp:nvSpPr>
      <dsp:spPr>
        <a:xfrm>
          <a:off x="0" y="1901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39368B-AC51-4161-9257-CD84E096ADFC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956E9-0881-4F10-968D-4158FC760CC9}">
      <dsp:nvSpPr>
        <dsp:cNvPr id="0" name=""/>
        <dsp:cNvSpPr/>
      </dsp:nvSpPr>
      <dsp:spPr>
        <a:xfrm>
          <a:off x="935949" y="1901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Design and build a hurley-mounted wireless sensor to detect strikes.</a:t>
          </a:r>
        </a:p>
      </dsp:txBody>
      <dsp:txXfrm>
        <a:off x="935949" y="1901"/>
        <a:ext cx="5365651" cy="810345"/>
      </dsp:txXfrm>
    </dsp:sp>
    <dsp:sp modelId="{4988EC5D-D5DD-4A06-B958-AAC25DE875B1}">
      <dsp:nvSpPr>
        <dsp:cNvPr id="0" name=""/>
        <dsp:cNvSpPr/>
      </dsp:nvSpPr>
      <dsp:spPr>
        <a:xfrm>
          <a:off x="0" y="1014833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844277-CF8F-4327-BD97-DBDACD038731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0F72BE-C40F-4CEB-9030-8AAE16E8F9CB}">
      <dsp:nvSpPr>
        <dsp:cNvPr id="0" name=""/>
        <dsp:cNvSpPr/>
      </dsp:nvSpPr>
      <dsp:spPr>
        <a:xfrm>
          <a:off x="935949" y="1014833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 an IMU (BMI160) to measure swing motion and orientation.</a:t>
          </a:r>
        </a:p>
      </dsp:txBody>
      <dsp:txXfrm>
        <a:off x="935949" y="1014833"/>
        <a:ext cx="5365651" cy="810345"/>
      </dsp:txXfrm>
    </dsp:sp>
    <dsp:sp modelId="{63073EA9-B3AE-4844-9331-55AFFD54DC55}">
      <dsp:nvSpPr>
        <dsp:cNvPr id="0" name=""/>
        <dsp:cNvSpPr/>
      </dsp:nvSpPr>
      <dsp:spPr>
        <a:xfrm>
          <a:off x="0" y="2027765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3117D1-E6F1-4E81-ABAA-15698EE42835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1AEF04-04ED-400C-9029-64DDDA09A1E9}">
      <dsp:nvSpPr>
        <dsp:cNvPr id="0" name=""/>
        <dsp:cNvSpPr/>
      </dsp:nvSpPr>
      <dsp:spPr>
        <a:xfrm>
          <a:off x="935949" y="2027765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 an</a:t>
          </a:r>
          <a:r>
            <a:rPr lang="en-US" sz="1900" kern="1200" dirty="0">
              <a:latin typeface="Aptos Display" panose="020F0302020204030204"/>
            </a:rPr>
            <a:t> </a:t>
          </a:r>
          <a:r>
            <a:rPr lang="en-US" sz="1900" kern="1200" dirty="0"/>
            <a:t>piezoelectric </a:t>
          </a:r>
          <a:r>
            <a:rPr lang="en-US" sz="1900" kern="1200" dirty="0">
              <a:latin typeface="Aptos Display" panose="020F0302020204030204"/>
            </a:rPr>
            <a:t>sensor </a:t>
          </a:r>
          <a:r>
            <a:rPr lang="en-US" sz="1900" kern="1200" dirty="0"/>
            <a:t>to detect physical contact/impact events.</a:t>
          </a:r>
        </a:p>
      </dsp:txBody>
      <dsp:txXfrm>
        <a:off x="935949" y="2027765"/>
        <a:ext cx="5365651" cy="810345"/>
      </dsp:txXfrm>
    </dsp:sp>
    <dsp:sp modelId="{5922CA2E-B32A-461E-A73F-3D87C1D00461}">
      <dsp:nvSpPr>
        <dsp:cNvPr id="0" name=""/>
        <dsp:cNvSpPr/>
      </dsp:nvSpPr>
      <dsp:spPr>
        <a:xfrm>
          <a:off x="0" y="3040697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3D988F-9C66-46F1-A9E5-158B0DB95F1B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1CBA6-E7C3-46DE-A9AD-DE46B9DEC37A}">
      <dsp:nvSpPr>
        <dsp:cNvPr id="0" name=""/>
        <dsp:cNvSpPr/>
      </dsp:nvSpPr>
      <dsp:spPr>
        <a:xfrm>
          <a:off x="935949" y="3040697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Transmit data wirelessly to a mobile app using Bluetooth Low Energy (BLE).</a:t>
          </a:r>
        </a:p>
      </dsp:txBody>
      <dsp:txXfrm>
        <a:off x="935949" y="3040697"/>
        <a:ext cx="5365651" cy="810345"/>
      </dsp:txXfrm>
    </dsp:sp>
    <dsp:sp modelId="{C762E8A9-8BDA-450C-AB6B-67C09E66DA20}">
      <dsp:nvSpPr>
        <dsp:cNvPr id="0" name=""/>
        <dsp:cNvSpPr/>
      </dsp:nvSpPr>
      <dsp:spPr>
        <a:xfrm>
          <a:off x="0" y="4053629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EC1419-3CE3-4385-B06A-BCB69C9BCBB1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F09A4A-F516-4262-82CC-8064CB7245CC}">
      <dsp:nvSpPr>
        <dsp:cNvPr id="0" name=""/>
        <dsp:cNvSpPr/>
      </dsp:nvSpPr>
      <dsp:spPr>
        <a:xfrm>
          <a:off x="935949" y="4053629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Log and visualize strike counts and activity levels.</a:t>
          </a:r>
        </a:p>
      </dsp:txBody>
      <dsp:txXfrm>
        <a:off x="935949" y="4053629"/>
        <a:ext cx="5365651" cy="810345"/>
      </dsp:txXfrm>
    </dsp:sp>
    <dsp:sp modelId="{4E7583D7-9D16-46C7-8D4C-6200E4D30DE2}">
      <dsp:nvSpPr>
        <dsp:cNvPr id="0" name=""/>
        <dsp:cNvSpPr/>
      </dsp:nvSpPr>
      <dsp:spPr>
        <a:xfrm>
          <a:off x="0" y="5066561"/>
          <a:ext cx="63016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E9A25E-1823-49C6-9936-FB47A397940B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473183-6840-4AD1-8CEA-2AE005B4664E}">
      <dsp:nvSpPr>
        <dsp:cNvPr id="0" name=""/>
        <dsp:cNvSpPr/>
      </dsp:nvSpPr>
      <dsp:spPr>
        <a:xfrm>
          <a:off x="935949" y="5066561"/>
          <a:ext cx="53656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Evaluate the system’s accuracy and reliability during real strikes.</a:t>
          </a:r>
        </a:p>
      </dsp:txBody>
      <dsp:txXfrm>
        <a:off x="935949" y="5066561"/>
        <a:ext cx="5365651" cy="81034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0B_FB284036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4D2CE-1EE4-E8DE-C2E3-48A3BD74B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858" y="375563"/>
            <a:ext cx="3375765" cy="1336001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Smart Hurley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0C7928-7938-EFE0-F249-1D02F4D43E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090" y="1481159"/>
            <a:ext cx="3803737" cy="7605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By Joshua Geoghegan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8A3993-D152-8C9D-8B99-69F2C6A83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7190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5220A-46E4-FE94-1882-D9F026848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32948-701B-2CAA-B360-F5E903EC8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5022" y="-196026"/>
            <a:ext cx="6323815" cy="6850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The Smart Hurley project aims to develop a small, wireless sensing device that can detect when a hurley strikes a sliotar and send this information to a smartphone app via Bluetooth.</a:t>
            </a:r>
            <a:br>
              <a:rPr lang="en-US" sz="2000" dirty="0">
                <a:ea typeface="+mn-lt"/>
                <a:cs typeface="+mn-lt"/>
              </a:rPr>
            </a:br>
            <a:endParaRPr lang="en-US" sz="2000">
              <a:ea typeface="+mn-lt"/>
              <a:cs typeface="+mn-lt"/>
            </a:endParaRPr>
          </a:p>
          <a:p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The goal is to gamify hurling practice for children by tracking daily strikes and creating interactive training challenges like maintaining streaks in learning apps like Duolingo</a:t>
            </a:r>
            <a:endParaRPr lang="en-US" sz="20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6A85F-53CF-AA28-698F-24C92C7B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904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8707B-6CA3-A8C9-F6EE-B8DDAA7AE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5697"/>
            <a:ext cx="32004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Project objectives</a:t>
            </a: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4A69059-7C49-49C6-B071-F2A9B558E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37944"/>
            <a:ext cx="1910252" cy="274628"/>
          </a:xfrm>
          <a:custGeom>
            <a:avLst/>
            <a:gdLst>
              <a:gd name="connsiteX0" fmla="*/ 1489414 w 1990951"/>
              <a:gd name="connsiteY0" fmla="*/ 286231 h 286230"/>
              <a:gd name="connsiteX1" fmla="*/ 1243712 w 1990951"/>
              <a:gd name="connsiteY1" fmla="*/ 40528 h 286230"/>
              <a:gd name="connsiteX2" fmla="*/ 995476 w 1990951"/>
              <a:gd name="connsiteY2" fmla="*/ 286231 h 286230"/>
              <a:gd name="connsiteX3" fmla="*/ 749773 w 1990951"/>
              <a:gd name="connsiteY3" fmla="*/ 40528 h 286230"/>
              <a:gd name="connsiteX4" fmla="*/ 504071 w 1990951"/>
              <a:gd name="connsiteY4" fmla="*/ 286231 h 286230"/>
              <a:gd name="connsiteX5" fmla="*/ 255835 w 1990951"/>
              <a:gd name="connsiteY5" fmla="*/ 40528 h 286230"/>
              <a:gd name="connsiteX6" fmla="*/ 20264 w 1990951"/>
              <a:gd name="connsiteY6" fmla="*/ 276099 h 286230"/>
              <a:gd name="connsiteX7" fmla="*/ 0 w 1990951"/>
              <a:gd name="connsiteY7" fmla="*/ 258368 h 286230"/>
              <a:gd name="connsiteX8" fmla="*/ 255835 w 1990951"/>
              <a:gd name="connsiteY8" fmla="*/ 0 h 286230"/>
              <a:gd name="connsiteX9" fmla="*/ 504071 w 1990951"/>
              <a:gd name="connsiteY9" fmla="*/ 248236 h 286230"/>
              <a:gd name="connsiteX10" fmla="*/ 749773 w 1990951"/>
              <a:gd name="connsiteY10" fmla="*/ 0 h 286230"/>
              <a:gd name="connsiteX11" fmla="*/ 995476 w 1990951"/>
              <a:gd name="connsiteY11" fmla="*/ 248236 h 286230"/>
              <a:gd name="connsiteX12" fmla="*/ 1243712 w 1990951"/>
              <a:gd name="connsiteY12" fmla="*/ 0 h 286230"/>
              <a:gd name="connsiteX13" fmla="*/ 1489414 w 1990951"/>
              <a:gd name="connsiteY13" fmla="*/ 248236 h 286230"/>
              <a:gd name="connsiteX14" fmla="*/ 1735117 w 1990951"/>
              <a:gd name="connsiteY14" fmla="*/ 0 h 286230"/>
              <a:gd name="connsiteX15" fmla="*/ 1990952 w 1990951"/>
              <a:gd name="connsiteY15" fmla="*/ 258368 h 286230"/>
              <a:gd name="connsiteX16" fmla="*/ 1973221 w 1990951"/>
              <a:gd name="connsiteY16" fmla="*/ 276099 h 286230"/>
              <a:gd name="connsiteX17" fmla="*/ 1735117 w 1990951"/>
              <a:gd name="connsiteY17" fmla="*/ 40528 h 2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990951" h="286230">
                <a:moveTo>
                  <a:pt x="1489414" y="286231"/>
                </a:moveTo>
                <a:lnTo>
                  <a:pt x="1243712" y="40528"/>
                </a:lnTo>
                <a:lnTo>
                  <a:pt x="995476" y="286231"/>
                </a:lnTo>
                <a:lnTo>
                  <a:pt x="749773" y="40528"/>
                </a:lnTo>
                <a:lnTo>
                  <a:pt x="504071" y="286231"/>
                </a:lnTo>
                <a:lnTo>
                  <a:pt x="255835" y="40528"/>
                </a:lnTo>
                <a:lnTo>
                  <a:pt x="20264" y="276099"/>
                </a:lnTo>
                <a:lnTo>
                  <a:pt x="0" y="258368"/>
                </a:lnTo>
                <a:lnTo>
                  <a:pt x="255835" y="0"/>
                </a:lnTo>
                <a:lnTo>
                  <a:pt x="504071" y="248236"/>
                </a:lnTo>
                <a:lnTo>
                  <a:pt x="749773" y="0"/>
                </a:lnTo>
                <a:lnTo>
                  <a:pt x="995476" y="248236"/>
                </a:lnTo>
                <a:lnTo>
                  <a:pt x="1243712" y="0"/>
                </a:lnTo>
                <a:lnTo>
                  <a:pt x="1489414" y="248236"/>
                </a:lnTo>
                <a:lnTo>
                  <a:pt x="1735117" y="0"/>
                </a:lnTo>
                <a:lnTo>
                  <a:pt x="1990952" y="258368"/>
                </a:lnTo>
                <a:lnTo>
                  <a:pt x="1973221" y="276099"/>
                </a:lnTo>
                <a:lnTo>
                  <a:pt x="1735117" y="40528"/>
                </a:lnTo>
                <a:close/>
              </a:path>
            </a:pathLst>
          </a:custGeom>
          <a:solidFill>
            <a:schemeClr val="bg1"/>
          </a:solidFill>
          <a:ln w="2532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09667" y="5539935"/>
            <a:ext cx="975169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999459F-AFF5-31E3-1FCE-81908895EB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2384980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4" name="Slide Number Placeholder 43">
            <a:extLst>
              <a:ext uri="{FF2B5EF4-FFF2-40B4-BE49-F238E27FC236}">
                <a16:creationId xmlns:a16="http://schemas.microsoft.com/office/drawing/2014/main" id="{F1E7EC02-DADE-D27B-B7BA-D10431CF2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48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B0614-C3FE-3470-7B55-2D6D8BFBA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242" y="-217"/>
            <a:ext cx="5251316" cy="1807305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Background Research 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75C4521-5559-0974-AB32-DB54F5EA56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46" y="1717435"/>
            <a:ext cx="6060113" cy="503781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Problem: Young players rarely practice between sessions.</a:t>
            </a:r>
            <a:endParaRPr lang="en-US" sz="2000"/>
          </a:p>
          <a:p>
            <a:r>
              <a:rPr lang="en-US" sz="2000" dirty="0">
                <a:ea typeface="+mn-lt"/>
                <a:cs typeface="+mn-lt"/>
              </a:rPr>
              <a:t>Idea: Gamify solo practice using feedback from real hurley strikes.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 </a:t>
            </a:r>
          </a:p>
          <a:p>
            <a:pPr marL="0" indent="0">
              <a:buNone/>
            </a:pP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Related Work: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Smart tennis rackets (</a:t>
            </a:r>
            <a:r>
              <a:rPr lang="en-US" sz="2000" dirty="0" err="1">
                <a:ea typeface="+mn-lt"/>
                <a:cs typeface="+mn-lt"/>
              </a:rPr>
              <a:t>Babolat</a:t>
            </a:r>
            <a:r>
              <a:rPr lang="en-US" sz="2000" dirty="0">
                <a:ea typeface="+mn-lt"/>
                <a:cs typeface="+mn-lt"/>
              </a:rPr>
              <a:t>, Zepp) use IMUs for swing tracking.</a:t>
            </a:r>
            <a:endParaRPr lang="en-US" sz="2000" dirty="0"/>
          </a:p>
          <a:p>
            <a:r>
              <a:rPr lang="en-US" sz="2000" dirty="0">
                <a:ea typeface="+mn-lt"/>
                <a:cs typeface="+mn-lt"/>
              </a:rPr>
              <a:t>Gap: No low-cost, child-friendly system designed for hurling, integrating both impact sensing and gamified feedback.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C8086A-A480-AEB5-D2F3-F090DF0CC3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44" r="12749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D0CFB6-C332-1FE9-FC1E-FA154993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7656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2AD3D-B2FE-B847-E9B1-974E6350E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060" y="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Sensor Data &amp; Processing</a:t>
            </a:r>
            <a:endParaRPr lang="en-US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CEE31-11EB-8A4F-21D3-750EB3452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062" y="1447286"/>
            <a:ext cx="6524168" cy="52729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Data Capture: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The Smart Hurley uses a piezoelectric sensor (Murata 7BB-20-6L0) and a BMI160 IMU mounted on the handle.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Both sensors are sampled by the ESP32 at 100–200 Hz, ensuring high-resolution capture of each swing.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The piezo detects sharp vibrations from impacts, while the IMU captures swing acceleration, rotation, and orientation.</a:t>
            </a:r>
            <a:endParaRPr lang="en-US" sz="1600"/>
          </a:p>
          <a:p>
            <a:pPr marL="0" indent="0">
              <a:buNone/>
            </a:pPr>
            <a:endParaRPr lang="en-US" sz="16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600" dirty="0">
                <a:ea typeface="+mn-lt"/>
                <a:cs typeface="+mn-lt"/>
              </a:rPr>
              <a:t>Filtering &amp; Signal Conditioning: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A high-pass filter isolates the high-frequency vibration spikes from the piezo, removing slower hand or grip motions.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An exponential moving average smooths the IMU data, reducing noise while preserving meaningful swing patterns.</a:t>
            </a:r>
            <a:endParaRPr lang="en-US" sz="1600"/>
          </a:p>
          <a:p>
            <a:r>
              <a:rPr lang="en-US" sz="1600" dirty="0">
                <a:ea typeface="+mn-lt"/>
                <a:cs typeface="+mn-lt"/>
              </a:rPr>
              <a:t>This combination of filtering ensures that both sensors provide clean, reliable signals for strike detection.</a:t>
            </a:r>
            <a:endParaRPr lang="en-US" sz="1600" dirty="0"/>
          </a:p>
          <a:p>
            <a:endParaRPr lang="en-US" sz="1100"/>
          </a:p>
        </p:txBody>
      </p:sp>
      <p:pic>
        <p:nvPicPr>
          <p:cNvPr id="22" name="Picture 21" descr="Electronics protoboard">
            <a:extLst>
              <a:ext uri="{FF2B5EF4-FFF2-40B4-BE49-F238E27FC236}">
                <a16:creationId xmlns:a16="http://schemas.microsoft.com/office/drawing/2014/main" id="{7838361F-B1D8-02D6-3636-7E75A8AFF1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13" r="44526" b="-3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8B414D-C6E9-8BF5-3872-024AF4BFE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D6EB4-7263-1F6D-2FF6-DEC3C213F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145" y="156665"/>
            <a:ext cx="5393361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Strike Detection &amp; Wireless Logging</a:t>
            </a:r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23804-407E-36BD-1D17-6E254BAEB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146" y="1710803"/>
            <a:ext cx="6301497" cy="501939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Strike Detection Algorithm: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A strike is confirmed when a piezo voltage spike coincides with an IMU acceleration peak within a short time window (~50 </a:t>
            </a:r>
            <a:r>
              <a:rPr lang="en-US" sz="1800" err="1">
                <a:ea typeface="+mn-lt"/>
                <a:cs typeface="+mn-lt"/>
              </a:rPr>
              <a:t>ms</a:t>
            </a:r>
            <a:r>
              <a:rPr lang="en-US" sz="1800" dirty="0">
                <a:ea typeface="+mn-lt"/>
                <a:cs typeface="+mn-lt"/>
              </a:rPr>
              <a:t>).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Thresholds and timing logic reduce false positives caused by casual movements or vibrations.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Each confirmed strike is time-stamped and stored locally on the ESP32.</a:t>
            </a:r>
            <a:endParaRPr lang="en-US" sz="1800"/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Wireless Logging:</a:t>
            </a:r>
            <a:endParaRPr lang="en-US" sz="1800"/>
          </a:p>
          <a:p>
            <a:r>
              <a:rPr lang="en-US" sz="1800" dirty="0">
                <a:ea typeface="+mn-lt"/>
                <a:cs typeface="+mn-lt"/>
              </a:rPr>
              <a:t>Strike data  including count, timestamp and relative intensity  is transmitted to a paired smartphone via Bluetooth Low Energy using GATT notifications 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Logged data can later be exported for performance analysis and visualization in a custom Android app, supporting gamified feedback like streaks and achievements.</a:t>
            </a:r>
            <a:endParaRPr lang="en-US" sz="1800" dirty="0"/>
          </a:p>
          <a:p>
            <a:endParaRPr lang="en-US" sz="150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Plug">
            <a:extLst>
              <a:ext uri="{FF2B5EF4-FFF2-40B4-BE49-F238E27FC236}">
                <a16:creationId xmlns:a16="http://schemas.microsoft.com/office/drawing/2014/main" id="{2087FF49-4BF4-7CD2-DEC5-9BAAB6A003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E54B63-CED3-7E09-FEC6-5A7838E44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030244" y="6356350"/>
            <a:ext cx="132355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2470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24F633-19E6-94AA-9268-E6DC79D33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tx2"/>
                </a:solidFill>
                <a:ea typeface="+mj-lt"/>
                <a:cs typeface="+mj-lt"/>
              </a:rPr>
              <a:t>Testing &amp; Evaluation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F15A4-06B9-DE04-8BBA-30F04A609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8995" y="513320"/>
            <a:ext cx="6991753" cy="602598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Testing Methods: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Strike Detection Accuracy: Compare sensor detection with manually counted strikes.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False Positives/Negatives: Test swings without hitting the ball to check for misdetections.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Wireless Performance: Check BLE connectivity and latency over typical distances.</a:t>
            </a:r>
            <a:endParaRPr lang="en-US" sz="1800" dirty="0">
              <a:solidFill>
                <a:schemeClr val="tx2"/>
              </a:solidFill>
            </a:endParaRPr>
          </a:p>
          <a:p>
            <a:endParaRPr lang="en-US" sz="180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Expected Outcomes: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Reliable strike detection with minimal false positives.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Real-time BLE transmission to the smartphone.</a:t>
            </a:r>
            <a:endParaRPr lang="en-US" sz="1800" dirty="0">
              <a:solidFill>
                <a:schemeClr val="tx2"/>
              </a:solidFill>
            </a:endParaRPr>
          </a:p>
          <a:p>
            <a:r>
              <a:rPr lang="en-US" sz="1800" dirty="0">
                <a:solidFill>
                  <a:schemeClr val="tx2"/>
                </a:solidFill>
                <a:ea typeface="+mn-lt"/>
                <a:cs typeface="+mn-lt"/>
              </a:rPr>
              <a:t>Data sufficient for gamified feedback and performance analysis.</a:t>
            </a:r>
            <a:endParaRPr lang="en-US" sz="1800" dirty="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684A8-1F99-CA88-67AD-5E76A338A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32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13D910-E471-004A-FB55-DD3EB80C2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  <a:ea typeface="+mj-lt"/>
                <a:cs typeface="+mj-lt"/>
              </a:rPr>
              <a:t>Anticipated Challenges</a:t>
            </a:r>
            <a:endParaRPr lang="en-US" sz="400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F7CB7-C6F7-9286-5595-F0199ACEB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603" y="2217343"/>
            <a:ext cx="11644974" cy="4512851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ea typeface="+mn-lt"/>
                <a:cs typeface="+mn-lt"/>
              </a:rPr>
              <a:t>Strike Detection Accuracy: Synchronizing piezo spikes with IMU acceleration to avoid false positives.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>
                <a:ea typeface="+mn-lt"/>
                <a:cs typeface="+mn-lt"/>
              </a:rPr>
              <a:t>Signal Conditioning: Ensuring piezo output is safe for ADC input and clearly distinguishable from noise.</a:t>
            </a:r>
            <a:endParaRPr lang="en-US" sz="2400"/>
          </a:p>
          <a:p>
            <a:pPr>
              <a:lnSpc>
                <a:spcPct val="150000"/>
              </a:lnSpc>
            </a:pPr>
            <a:r>
              <a:rPr lang="en-US" sz="2400" dirty="0">
                <a:ea typeface="+mn-lt"/>
                <a:cs typeface="+mn-lt"/>
              </a:rPr>
              <a:t>Wireless Reliability: Maintaining stable BLE connection to the app during fast swings.</a:t>
            </a:r>
            <a:endParaRPr lang="en-US" sz="2400"/>
          </a:p>
          <a:p>
            <a:pPr>
              <a:lnSpc>
                <a:spcPct val="150000"/>
              </a:lnSpc>
            </a:pPr>
            <a:r>
              <a:rPr lang="en-US" sz="2400" dirty="0">
                <a:ea typeface="+mn-lt"/>
                <a:cs typeface="+mn-lt"/>
              </a:rPr>
              <a:t>Housing &amp; Mounting: Designing a durable, lightweight casing that fits the hurley handle without affecting grip or balance.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>
                <a:ea typeface="+mn-lt"/>
                <a:cs typeface="+mn-lt"/>
              </a:rPr>
              <a:t>Sensor Placement: Determining optimal piezo and IMU locations for consistent detection across different players.</a:t>
            </a:r>
            <a:endParaRPr lang="en-US" sz="2400" dirty="0"/>
          </a:p>
          <a:p>
            <a:endParaRPr lang="en-US" sz="2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5202A-488C-76DD-1CB7-08E33A2FF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061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29E64-2B79-CEEC-868B-35653908B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Timeline- gnatt Chart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71A8C0D-FF1C-E68B-5A32-D138D5BFB7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3710" y="2548368"/>
            <a:ext cx="12919667" cy="28984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C0578-D24B-DBE6-186F-5E264976E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11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 descr="Close up image of hands applauding">
            <a:extLst>
              <a:ext uri="{FF2B5EF4-FFF2-40B4-BE49-F238E27FC236}">
                <a16:creationId xmlns:a16="http://schemas.microsoft.com/office/drawing/2014/main" id="{5220FCF4-C344-6376-1B7F-CF1EA81A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86" r="4" b="4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042A493-107C-00FE-1EFA-3FFA2C056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161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/>
              <a:t>Thank you for listening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818497-9728-0880-040E-D84A52B6B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Aft>
                <a:spcPts val="600"/>
              </a:spcAft>
            </a:pPr>
            <a:fld id="{330EA680-D336-4FF7-8B7A-9848BB0A1C32}" type="slidenum">
              <a:rPr lang="en-US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492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Smart Hurley</vt:lpstr>
      <vt:lpstr>Project Overview</vt:lpstr>
      <vt:lpstr>Project objectives</vt:lpstr>
      <vt:lpstr>Background Research </vt:lpstr>
      <vt:lpstr>Sensor Data &amp; Processing</vt:lpstr>
      <vt:lpstr>Strike Detection &amp; Wireless Logging</vt:lpstr>
      <vt:lpstr>Testing &amp; Evaluation</vt:lpstr>
      <vt:lpstr>Anticipated Challenges</vt:lpstr>
      <vt:lpstr>Timeline- gnatt Chart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355</cp:revision>
  <dcterms:created xsi:type="dcterms:W3CDTF">2025-11-03T10:30:31Z</dcterms:created>
  <dcterms:modified xsi:type="dcterms:W3CDTF">2025-11-11T09:39:09Z</dcterms:modified>
</cp:coreProperties>
</file>